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5"/>
  </p:notesMasterIdLst>
  <p:handoutMasterIdLst>
    <p:handoutMasterId r:id="rId6"/>
  </p:handoutMasterIdLst>
  <p:sldSz cx="12192000" cy="6858000"/>
  <p:notesSz cx="6858000" cy="9144000"/>
  <p:defaultTex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545" userDrawn="1">
          <p15:clr>
            <a:srgbClr val="A4A3A4"/>
          </p15:clr>
        </p15:guide>
        <p15:guide id="3"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588E457-F3D1-11F5-0D59-C4CAFD62A8D0}" name="Wijker, Steven" initials="SW" userId="S::s.wijker@VRLN.NL::597581ce-f2a8-40d7-ae85-598b4bd645eb" providerId="AD"/>
  <p188:author id="{A651888C-3F54-6CC8-3A18-DAF3B988797A}" name="Nicole de Jong" initials="NJ" userId="S::nicole.de.jong_vggm.nl#ext#@ggdghornederland.onmicrosoft.com::5d6b3799-3dc4-4a43-8bca-c8e42c7d955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1763"/>
    <a:srgbClr val="22243A"/>
    <a:srgbClr val="757AC5"/>
    <a:srgbClr val="4450C6"/>
    <a:srgbClr val="FF6200"/>
    <a:srgbClr val="6EA6FF"/>
    <a:srgbClr val="009898"/>
    <a:srgbClr val="DAD3D1"/>
    <a:srgbClr val="E8525F"/>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CBE63D5-02DD-424C-AE6D-321977844E5F}" v="104" dt="2026-01-07T13:00:55.112"/>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Stijl, gemiddeld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horzBarState="maximized">
    <p:restoredLeft sz="18520" autoAdjust="0"/>
    <p:restoredTop sz="69291" autoAdjust="0"/>
  </p:normalViewPr>
  <p:slideViewPr>
    <p:cSldViewPr snapToGrid="0">
      <p:cViewPr varScale="1">
        <p:scale>
          <a:sx n="102" d="100"/>
          <a:sy n="102" d="100"/>
        </p:scale>
        <p:origin x="138" y="312"/>
      </p:cViewPr>
      <p:guideLst>
        <p:guide orient="horz" pos="2160"/>
        <p:guide pos="3545"/>
        <p:guide pos="3840"/>
      </p:guideLst>
    </p:cSldViewPr>
  </p:slideViewPr>
  <p:notesTextViewPr>
    <p:cViewPr>
      <p:scale>
        <a:sx n="3" d="2"/>
        <a:sy n="3" d="2"/>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13" Type="http://schemas.microsoft.com/office/2018/10/relationships/authors" Target="authors.xml"/><Relationship Id="rId3" Type="http://schemas.openxmlformats.org/officeDocument/2006/relationships/customXml" Target="../customXml/item3.xml"/><Relationship Id="rId7" Type="http://schemas.openxmlformats.org/officeDocument/2006/relationships/presProps" Target="presProps.xml"/><Relationship Id="rId12" Type="http://schemas.microsoft.com/office/2015/10/relationships/revisionInfo" Target="revisionInfo.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handoutMaster" Target="handoutMasters/handoutMaster1.xml"/><Relationship Id="rId11" Type="http://schemas.microsoft.com/office/2016/11/relationships/changesInfo" Target="changesInfos/changesInfo1.xml"/><Relationship Id="rId5" Type="http://schemas.openxmlformats.org/officeDocument/2006/relationships/notesMaster" Target="notesMasters/notesMaster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ermeulen - van Gent, Sander" userId="e08259fd-81d2-4a86-9b20-28ba02d67a18" providerId="ADAL" clId="{CD1B3BBE-56CC-4974-BC5E-9FCD75B07556}"/>
    <pc:docChg chg="undo custSel addSld delSld modSld delMainMaster modMainMaster">
      <pc:chgData name="Vermeulen - van Gent, Sander" userId="e08259fd-81d2-4a86-9b20-28ba02d67a18" providerId="ADAL" clId="{CD1B3BBE-56CC-4974-BC5E-9FCD75B07556}" dt="2026-01-07T13:00:55.112" v="3242" actId="962"/>
      <pc:docMkLst>
        <pc:docMk/>
      </pc:docMkLst>
      <pc:sldMasterChg chg="delSp mod addSldLayout delSldLayout modSldLayout">
        <pc:chgData name="Vermeulen - van Gent, Sander" userId="e08259fd-81d2-4a86-9b20-28ba02d67a18" providerId="ADAL" clId="{CD1B3BBE-56CC-4974-BC5E-9FCD75B07556}" dt="2026-01-07T13:00:55.112" v="3242" actId="962"/>
        <pc:sldMasterMkLst>
          <pc:docMk/>
          <pc:sldMasterMk cId="582609979" sldId="2147483648"/>
        </pc:sldMasterMkLst>
        <pc:sldLayoutChg chg="addSp delSp modSp mod">
          <pc:chgData name="Vermeulen - van Gent, Sander" userId="e08259fd-81d2-4a86-9b20-28ba02d67a18" providerId="ADAL" clId="{CD1B3BBE-56CC-4974-BC5E-9FCD75B07556}" dt="2026-01-07T13:00:55.112" v="3242" actId="962"/>
          <pc:sldLayoutMkLst>
            <pc:docMk/>
            <pc:sldMasterMk cId="582609979" sldId="2147483648"/>
            <pc:sldLayoutMk cId="2036413586" sldId="2147483653"/>
          </pc:sldLayoutMkLst>
          <pc:spChg chg="add del mod">
            <ac:chgData name="Vermeulen - van Gent, Sander" userId="e08259fd-81d2-4a86-9b20-28ba02d67a18" providerId="ADAL" clId="{CD1B3BBE-56CC-4974-BC5E-9FCD75B07556}" dt="2026-01-07T13:00:15.032" v="3220" actId="478"/>
            <ac:spMkLst>
              <pc:docMk/>
              <pc:sldMasterMk cId="582609979" sldId="2147483648"/>
              <pc:sldLayoutMk cId="2036413586" sldId="2147483653"/>
              <ac:spMk id="2" creationId="{13C24EA0-4787-80B5-74A3-EC535F6B0EC1}"/>
            </ac:spMkLst>
          </pc:spChg>
          <pc:spChg chg="add mod">
            <ac:chgData name="Vermeulen - van Gent, Sander" userId="e08259fd-81d2-4a86-9b20-28ba02d67a18" providerId="ADAL" clId="{CD1B3BBE-56CC-4974-BC5E-9FCD75B07556}" dt="2025-12-22T12:12:36.689" v="2896" actId="1076"/>
            <ac:spMkLst>
              <pc:docMk/>
              <pc:sldMasterMk cId="582609979" sldId="2147483648"/>
              <pc:sldLayoutMk cId="2036413586" sldId="2147483653"/>
              <ac:spMk id="3" creationId="{2E304EC1-1C7E-0547-A8B9-C344F217EDE9}"/>
            </ac:spMkLst>
          </pc:spChg>
          <pc:spChg chg="add del">
            <ac:chgData name="Vermeulen - van Gent, Sander" userId="e08259fd-81d2-4a86-9b20-28ba02d67a18" providerId="ADAL" clId="{CD1B3BBE-56CC-4974-BC5E-9FCD75B07556}" dt="2026-01-07T13:00:23.977" v="3221" actId="11529"/>
            <ac:spMkLst>
              <pc:docMk/>
              <pc:sldMasterMk cId="582609979" sldId="2147483648"/>
              <pc:sldLayoutMk cId="2036413586" sldId="2147483653"/>
              <ac:spMk id="4" creationId="{D5E132C3-36DC-E8CE-7813-0D4889D790E6}"/>
            </ac:spMkLst>
          </pc:spChg>
          <pc:spChg chg="add mod">
            <ac:chgData name="Vermeulen - van Gent, Sander" userId="e08259fd-81d2-4a86-9b20-28ba02d67a18" providerId="ADAL" clId="{CD1B3BBE-56CC-4974-BC5E-9FCD75B07556}" dt="2026-01-07T13:00:55.112" v="3242" actId="962"/>
            <ac:spMkLst>
              <pc:docMk/>
              <pc:sldMasterMk cId="582609979" sldId="2147483648"/>
              <pc:sldLayoutMk cId="2036413586" sldId="2147483653"/>
              <ac:spMk id="5" creationId="{2A6E42E6-86E2-B293-3D25-012C4581C849}"/>
            </ac:spMkLst>
          </pc:spChg>
        </pc:sldLayoutChg>
        <pc:sldLayoutChg chg="addSp delSp modSp mod">
          <pc:chgData name="Vermeulen - van Gent, Sander" userId="e08259fd-81d2-4a86-9b20-28ba02d67a18" providerId="ADAL" clId="{CD1B3BBE-56CC-4974-BC5E-9FCD75B07556}" dt="2026-01-07T08:44:35.146" v="3192"/>
          <pc:sldLayoutMkLst>
            <pc:docMk/>
            <pc:sldMasterMk cId="582609979" sldId="2147483648"/>
            <pc:sldLayoutMk cId="1902983804" sldId="2147483712"/>
          </pc:sldLayoutMkLst>
          <pc:spChg chg="add del mod">
            <ac:chgData name="Vermeulen - van Gent, Sander" userId="e08259fd-81d2-4a86-9b20-28ba02d67a18" providerId="ADAL" clId="{CD1B3BBE-56CC-4974-BC5E-9FCD75B07556}" dt="2026-01-07T08:44:34.922" v="3191" actId="478"/>
            <ac:spMkLst>
              <pc:docMk/>
              <pc:sldMasterMk cId="582609979" sldId="2147483648"/>
              <pc:sldLayoutMk cId="1902983804" sldId="2147483712"/>
              <ac:spMk id="3" creationId="{49816605-5308-CDCA-2306-3F14CA8441D1}"/>
            </ac:spMkLst>
          </pc:spChg>
          <pc:spChg chg="add mod">
            <ac:chgData name="Vermeulen - van Gent, Sander" userId="e08259fd-81d2-4a86-9b20-28ba02d67a18" providerId="ADAL" clId="{CD1B3BBE-56CC-4974-BC5E-9FCD75B07556}" dt="2026-01-07T08:44:35.146" v="3192"/>
            <ac:spMkLst>
              <pc:docMk/>
              <pc:sldMasterMk cId="582609979" sldId="2147483648"/>
              <pc:sldLayoutMk cId="1902983804" sldId="2147483712"/>
              <ac:spMk id="4" creationId="{259864B7-0A96-A0C0-67E2-E16FECEBF7C3}"/>
            </ac:spMkLst>
          </pc:spChg>
          <pc:spChg chg="add mod">
            <ac:chgData name="Vermeulen - van Gent, Sander" userId="e08259fd-81d2-4a86-9b20-28ba02d67a18" providerId="ADAL" clId="{CD1B3BBE-56CC-4974-BC5E-9FCD75B07556}" dt="2026-01-07T08:44:35.146" v="3192"/>
            <ac:spMkLst>
              <pc:docMk/>
              <pc:sldMasterMk cId="582609979" sldId="2147483648"/>
              <pc:sldLayoutMk cId="1902983804" sldId="2147483712"/>
              <ac:spMk id="5" creationId="{EA0E615C-06C3-824B-3B2E-7B74BCECE834}"/>
            </ac:spMkLst>
          </pc:spChg>
          <pc:spChg chg="add mod">
            <ac:chgData name="Vermeulen - van Gent, Sander" userId="e08259fd-81d2-4a86-9b20-28ba02d67a18" providerId="ADAL" clId="{CD1B3BBE-56CC-4974-BC5E-9FCD75B07556}" dt="2026-01-07T08:44:35.146" v="3192"/>
            <ac:spMkLst>
              <pc:docMk/>
              <pc:sldMasterMk cId="582609979" sldId="2147483648"/>
              <pc:sldLayoutMk cId="1902983804" sldId="2147483712"/>
              <ac:spMk id="6" creationId="{43847FB9-DB07-BD66-FB97-63958C614EA8}"/>
            </ac:spMkLst>
          </pc:spChg>
          <pc:spChg chg="mod">
            <ac:chgData name="Vermeulen - van Gent, Sander" userId="e08259fd-81d2-4a86-9b20-28ba02d67a18" providerId="ADAL" clId="{CD1B3BBE-56CC-4974-BC5E-9FCD75B07556}" dt="2025-12-22T12:11:58.090" v="2869" actId="962"/>
            <ac:spMkLst>
              <pc:docMk/>
              <pc:sldMasterMk cId="582609979" sldId="2147483648"/>
              <pc:sldLayoutMk cId="1902983804" sldId="2147483712"/>
              <ac:spMk id="7" creationId="{A53C9265-3CEF-A2C1-7746-C8CDC77B0852}"/>
            </ac:spMkLst>
          </pc:spChg>
          <pc:spChg chg="add mod">
            <ac:chgData name="Vermeulen - van Gent, Sander" userId="e08259fd-81d2-4a86-9b20-28ba02d67a18" providerId="ADAL" clId="{CD1B3BBE-56CC-4974-BC5E-9FCD75B07556}" dt="2026-01-07T08:44:35.146" v="3192"/>
            <ac:spMkLst>
              <pc:docMk/>
              <pc:sldMasterMk cId="582609979" sldId="2147483648"/>
              <pc:sldLayoutMk cId="1902983804" sldId="2147483712"/>
              <ac:spMk id="8" creationId="{42040531-957B-A069-EB3D-FAC8BDF29336}"/>
            </ac:spMkLst>
          </pc:spChg>
          <pc:cxnChg chg="add mod">
            <ac:chgData name="Vermeulen - van Gent, Sander" userId="e08259fd-81d2-4a86-9b20-28ba02d67a18" providerId="ADAL" clId="{CD1B3BBE-56CC-4974-BC5E-9FCD75B07556}" dt="2026-01-07T08:44:35.146" v="3192"/>
            <ac:cxnSpMkLst>
              <pc:docMk/>
              <pc:sldMasterMk cId="582609979" sldId="2147483648"/>
              <pc:sldLayoutMk cId="1902983804" sldId="2147483712"/>
              <ac:cxnSpMk id="2" creationId="{E95AE16C-74AB-6E76-AC04-10E710466F82}"/>
            </ac:cxnSpMkLst>
          </pc:cxnChg>
        </pc:sldLayoutChg>
        <pc:sldLayoutChg chg="addSp delSp modSp mod">
          <pc:chgData name="Vermeulen - van Gent, Sander" userId="e08259fd-81d2-4a86-9b20-28ba02d67a18" providerId="ADAL" clId="{CD1B3BBE-56CC-4974-BC5E-9FCD75B07556}" dt="2025-12-22T12:43:41.455" v="3098" actId="13244"/>
          <pc:sldLayoutMkLst>
            <pc:docMk/>
            <pc:sldMasterMk cId="582609979" sldId="2147483648"/>
            <pc:sldLayoutMk cId="3363622841" sldId="2147483714"/>
          </pc:sldLayoutMkLst>
          <pc:spChg chg="mod ord">
            <ac:chgData name="Vermeulen - van Gent, Sander" userId="e08259fd-81d2-4a86-9b20-28ba02d67a18" providerId="ADAL" clId="{CD1B3BBE-56CC-4974-BC5E-9FCD75B07556}" dt="2025-12-22T12:43:41.455" v="3098" actId="13244"/>
            <ac:spMkLst>
              <pc:docMk/>
              <pc:sldMasterMk cId="582609979" sldId="2147483648"/>
              <pc:sldLayoutMk cId="3363622841" sldId="2147483714"/>
              <ac:spMk id="7" creationId="{AA0CA219-2428-2DC8-8B60-DFF85A1CC921}"/>
            </ac:spMkLst>
          </pc:spChg>
          <pc:spChg chg="add mod">
            <ac:chgData name="Vermeulen - van Gent, Sander" userId="e08259fd-81d2-4a86-9b20-28ba02d67a18" providerId="ADAL" clId="{CD1B3BBE-56CC-4974-BC5E-9FCD75B07556}" dt="2025-12-22T12:13:17.248" v="2921" actId="20577"/>
            <ac:spMkLst>
              <pc:docMk/>
              <pc:sldMasterMk cId="582609979" sldId="2147483648"/>
              <pc:sldLayoutMk cId="3363622841" sldId="2147483714"/>
              <ac:spMk id="13" creationId="{A8C0F8F3-4EF2-559B-A953-A00341A358C3}"/>
            </ac:spMkLst>
          </pc:spChg>
          <pc:spChg chg="add mod">
            <ac:chgData name="Vermeulen - van Gent, Sander" userId="e08259fd-81d2-4a86-9b20-28ba02d67a18" providerId="ADAL" clId="{CD1B3BBE-56CC-4974-BC5E-9FCD75B07556}" dt="2025-12-22T12:17:03.593" v="3029" actId="1076"/>
            <ac:spMkLst>
              <pc:docMk/>
              <pc:sldMasterMk cId="582609979" sldId="2147483648"/>
              <pc:sldLayoutMk cId="3363622841" sldId="2147483714"/>
              <ac:spMk id="15" creationId="{D5F46DB6-750B-05CD-08B8-CF366255579E}"/>
            </ac:spMkLst>
          </pc:spChg>
          <pc:picChg chg="mod">
            <ac:chgData name="Vermeulen - van Gent, Sander" userId="e08259fd-81d2-4a86-9b20-28ba02d67a18" providerId="ADAL" clId="{CD1B3BBE-56CC-4974-BC5E-9FCD75B07556}" dt="2025-12-22T12:43:34.616" v="3096" actId="962"/>
            <ac:picMkLst>
              <pc:docMk/>
              <pc:sldMasterMk cId="582609979" sldId="2147483648"/>
              <pc:sldLayoutMk cId="3363622841" sldId="2147483714"/>
              <ac:picMk id="2" creationId="{9E694703-6FF2-B7E3-6462-431B2CE255CF}"/>
            </ac:picMkLst>
          </pc:picChg>
        </pc:sldLayoutChg>
        <pc:sldLayoutChg chg="addSp delSp modSp add mod modTransition">
          <pc:chgData name="Vermeulen - van Gent, Sander" userId="e08259fd-81d2-4a86-9b20-28ba02d67a18" providerId="ADAL" clId="{CD1B3BBE-56CC-4974-BC5E-9FCD75B07556}" dt="2026-01-07T08:44:55.310" v="3194"/>
          <pc:sldLayoutMkLst>
            <pc:docMk/>
            <pc:sldMasterMk cId="582609979" sldId="2147483648"/>
            <pc:sldLayoutMk cId="3350624530" sldId="2147483715"/>
          </pc:sldLayoutMkLst>
          <pc:spChg chg="add del mod">
            <ac:chgData name="Vermeulen - van Gent, Sander" userId="e08259fd-81d2-4a86-9b20-28ba02d67a18" providerId="ADAL" clId="{CD1B3BBE-56CC-4974-BC5E-9FCD75B07556}" dt="2026-01-07T08:44:55.148" v="3193" actId="478"/>
            <ac:spMkLst>
              <pc:docMk/>
              <pc:sldMasterMk cId="582609979" sldId="2147483648"/>
              <pc:sldLayoutMk cId="3350624530" sldId="2147483715"/>
              <ac:spMk id="3" creationId="{7FFED495-DF98-5DCE-B2C3-12D5B63E28A6}"/>
            </ac:spMkLst>
          </pc:spChg>
          <pc:spChg chg="add mod">
            <ac:chgData name="Vermeulen - van Gent, Sander" userId="e08259fd-81d2-4a86-9b20-28ba02d67a18" providerId="ADAL" clId="{CD1B3BBE-56CC-4974-BC5E-9FCD75B07556}" dt="2026-01-07T08:44:55.310" v="3194"/>
            <ac:spMkLst>
              <pc:docMk/>
              <pc:sldMasterMk cId="582609979" sldId="2147483648"/>
              <pc:sldLayoutMk cId="3350624530" sldId="2147483715"/>
              <ac:spMk id="4" creationId="{9D4D247F-EED3-751A-0049-01F139CA96DF}"/>
            </ac:spMkLst>
          </pc:spChg>
          <pc:spChg chg="add mod">
            <ac:chgData name="Vermeulen - van Gent, Sander" userId="e08259fd-81d2-4a86-9b20-28ba02d67a18" providerId="ADAL" clId="{CD1B3BBE-56CC-4974-BC5E-9FCD75B07556}" dt="2026-01-07T08:44:55.310" v="3194"/>
            <ac:spMkLst>
              <pc:docMk/>
              <pc:sldMasterMk cId="582609979" sldId="2147483648"/>
              <pc:sldLayoutMk cId="3350624530" sldId="2147483715"/>
              <ac:spMk id="5" creationId="{8476CF55-AC4B-A51E-B67D-0043B13FC3C0}"/>
            </ac:spMkLst>
          </pc:spChg>
          <pc:spChg chg="add mod">
            <ac:chgData name="Vermeulen - van Gent, Sander" userId="e08259fd-81d2-4a86-9b20-28ba02d67a18" providerId="ADAL" clId="{CD1B3BBE-56CC-4974-BC5E-9FCD75B07556}" dt="2026-01-07T08:44:55.310" v="3194"/>
            <ac:spMkLst>
              <pc:docMk/>
              <pc:sldMasterMk cId="582609979" sldId="2147483648"/>
              <pc:sldLayoutMk cId="3350624530" sldId="2147483715"/>
              <ac:spMk id="6" creationId="{051C7A14-B993-DB3C-D3AE-27FA3E10C10C}"/>
            </ac:spMkLst>
          </pc:spChg>
          <pc:spChg chg="mod">
            <ac:chgData name="Vermeulen - van Gent, Sander" userId="e08259fd-81d2-4a86-9b20-28ba02d67a18" providerId="ADAL" clId="{CD1B3BBE-56CC-4974-BC5E-9FCD75B07556}" dt="2025-12-22T12:14:09.567" v="2950" actId="20577"/>
            <ac:spMkLst>
              <pc:docMk/>
              <pc:sldMasterMk cId="582609979" sldId="2147483648"/>
              <pc:sldLayoutMk cId="3350624530" sldId="2147483715"/>
              <ac:spMk id="7" creationId="{A53C9265-3CEF-A2C1-7746-C8CDC77B0852}"/>
            </ac:spMkLst>
          </pc:spChg>
          <pc:spChg chg="add mod">
            <ac:chgData name="Vermeulen - van Gent, Sander" userId="e08259fd-81d2-4a86-9b20-28ba02d67a18" providerId="ADAL" clId="{CD1B3BBE-56CC-4974-BC5E-9FCD75B07556}" dt="2026-01-07T08:44:55.310" v="3194"/>
            <ac:spMkLst>
              <pc:docMk/>
              <pc:sldMasterMk cId="582609979" sldId="2147483648"/>
              <pc:sldLayoutMk cId="3350624530" sldId="2147483715"/>
              <ac:spMk id="8" creationId="{37BFBFD0-42A1-EEE7-4558-A7D2A210A689}"/>
            </ac:spMkLst>
          </pc:spChg>
          <pc:cxnChg chg="add mod">
            <ac:chgData name="Vermeulen - van Gent, Sander" userId="e08259fd-81d2-4a86-9b20-28ba02d67a18" providerId="ADAL" clId="{CD1B3BBE-56CC-4974-BC5E-9FCD75B07556}" dt="2026-01-07T08:44:55.310" v="3194"/>
            <ac:cxnSpMkLst>
              <pc:docMk/>
              <pc:sldMasterMk cId="582609979" sldId="2147483648"/>
              <pc:sldLayoutMk cId="3350624530" sldId="2147483715"/>
              <ac:cxnSpMk id="2" creationId="{4C538D0C-D1BB-354E-B7C4-7DBDC4B35CC3}"/>
            </ac:cxnSpMkLst>
          </pc:cxnChg>
        </pc:sldLayoutChg>
        <pc:sldLayoutChg chg="addSp delSp modSp add mod modTransition">
          <pc:chgData name="Vermeulen - van Gent, Sander" userId="e08259fd-81d2-4a86-9b20-28ba02d67a18" providerId="ADAL" clId="{CD1B3BBE-56CC-4974-BC5E-9FCD75B07556}" dt="2026-01-07T08:44:58.578" v="3196"/>
          <pc:sldLayoutMkLst>
            <pc:docMk/>
            <pc:sldMasterMk cId="582609979" sldId="2147483648"/>
            <pc:sldLayoutMk cId="3253258482" sldId="2147483716"/>
          </pc:sldLayoutMkLst>
          <pc:spChg chg="add del mod">
            <ac:chgData name="Vermeulen - van Gent, Sander" userId="e08259fd-81d2-4a86-9b20-28ba02d67a18" providerId="ADAL" clId="{CD1B3BBE-56CC-4974-BC5E-9FCD75B07556}" dt="2026-01-07T08:44:58.357" v="3195" actId="478"/>
            <ac:spMkLst>
              <pc:docMk/>
              <pc:sldMasterMk cId="582609979" sldId="2147483648"/>
              <pc:sldLayoutMk cId="3253258482" sldId="2147483716"/>
              <ac:spMk id="2" creationId="{C0418B1A-ADF1-DA84-8B38-B27F5459991C}"/>
            </ac:spMkLst>
          </pc:spChg>
          <pc:spChg chg="add mod">
            <ac:chgData name="Vermeulen - van Gent, Sander" userId="e08259fd-81d2-4a86-9b20-28ba02d67a18" providerId="ADAL" clId="{CD1B3BBE-56CC-4974-BC5E-9FCD75B07556}" dt="2026-01-07T08:44:58.578" v="3196"/>
            <ac:spMkLst>
              <pc:docMk/>
              <pc:sldMasterMk cId="582609979" sldId="2147483648"/>
              <pc:sldLayoutMk cId="3253258482" sldId="2147483716"/>
              <ac:spMk id="4" creationId="{E5A62323-24A9-E383-542D-BC2A84B03789}"/>
            </ac:spMkLst>
          </pc:spChg>
          <pc:spChg chg="add mod">
            <ac:chgData name="Vermeulen - van Gent, Sander" userId="e08259fd-81d2-4a86-9b20-28ba02d67a18" providerId="ADAL" clId="{CD1B3BBE-56CC-4974-BC5E-9FCD75B07556}" dt="2026-01-07T08:44:58.578" v="3196"/>
            <ac:spMkLst>
              <pc:docMk/>
              <pc:sldMasterMk cId="582609979" sldId="2147483648"/>
              <pc:sldLayoutMk cId="3253258482" sldId="2147483716"/>
              <ac:spMk id="5" creationId="{DD6F7664-0AB6-560D-F884-E70A6131B11E}"/>
            </ac:spMkLst>
          </pc:spChg>
          <pc:spChg chg="add mod">
            <ac:chgData name="Vermeulen - van Gent, Sander" userId="e08259fd-81d2-4a86-9b20-28ba02d67a18" providerId="ADAL" clId="{CD1B3BBE-56CC-4974-BC5E-9FCD75B07556}" dt="2026-01-07T08:44:58.578" v="3196"/>
            <ac:spMkLst>
              <pc:docMk/>
              <pc:sldMasterMk cId="582609979" sldId="2147483648"/>
              <pc:sldLayoutMk cId="3253258482" sldId="2147483716"/>
              <ac:spMk id="6" creationId="{EDF82BE3-44CA-6FC8-56B4-B666976AB7B7}"/>
            </ac:spMkLst>
          </pc:spChg>
          <pc:spChg chg="mod">
            <ac:chgData name="Vermeulen - van Gent, Sander" userId="e08259fd-81d2-4a86-9b20-28ba02d67a18" providerId="ADAL" clId="{CD1B3BBE-56CC-4974-BC5E-9FCD75B07556}" dt="2025-12-22T12:14:26.947" v="2958" actId="17032"/>
            <ac:spMkLst>
              <pc:docMk/>
              <pc:sldMasterMk cId="582609979" sldId="2147483648"/>
              <pc:sldLayoutMk cId="3253258482" sldId="2147483716"/>
              <ac:spMk id="7" creationId="{A53C9265-3CEF-A2C1-7746-C8CDC77B0852}"/>
            </ac:spMkLst>
          </pc:spChg>
          <pc:spChg chg="add mod">
            <ac:chgData name="Vermeulen - van Gent, Sander" userId="e08259fd-81d2-4a86-9b20-28ba02d67a18" providerId="ADAL" clId="{CD1B3BBE-56CC-4974-BC5E-9FCD75B07556}" dt="2026-01-07T08:44:58.578" v="3196"/>
            <ac:spMkLst>
              <pc:docMk/>
              <pc:sldMasterMk cId="582609979" sldId="2147483648"/>
              <pc:sldLayoutMk cId="3253258482" sldId="2147483716"/>
              <ac:spMk id="8" creationId="{8AC7E28E-EA69-8979-7697-0FDA90428B37}"/>
            </ac:spMkLst>
          </pc:spChg>
          <pc:cxnChg chg="add mod">
            <ac:chgData name="Vermeulen - van Gent, Sander" userId="e08259fd-81d2-4a86-9b20-28ba02d67a18" providerId="ADAL" clId="{CD1B3BBE-56CC-4974-BC5E-9FCD75B07556}" dt="2026-01-07T08:44:58.578" v="3196"/>
            <ac:cxnSpMkLst>
              <pc:docMk/>
              <pc:sldMasterMk cId="582609979" sldId="2147483648"/>
              <pc:sldLayoutMk cId="3253258482" sldId="2147483716"/>
              <ac:cxnSpMk id="3" creationId="{56C8CA6E-C8DD-E4C7-9E4F-2F5B8DAB31DF}"/>
            </ac:cxnSpMkLst>
          </pc:cxnChg>
        </pc:sldLayoutChg>
        <pc:sldLayoutChg chg="addSp delSp modSp add mod modTransition">
          <pc:chgData name="Vermeulen - van Gent, Sander" userId="e08259fd-81d2-4a86-9b20-28ba02d67a18" providerId="ADAL" clId="{CD1B3BBE-56CC-4974-BC5E-9FCD75B07556}" dt="2026-01-07T08:46:32.246" v="3214"/>
          <pc:sldLayoutMkLst>
            <pc:docMk/>
            <pc:sldMasterMk cId="582609979" sldId="2147483648"/>
            <pc:sldLayoutMk cId="830588291" sldId="2147483717"/>
          </pc:sldLayoutMkLst>
          <pc:spChg chg="add del mod">
            <ac:chgData name="Vermeulen - van Gent, Sander" userId="e08259fd-81d2-4a86-9b20-28ba02d67a18" providerId="ADAL" clId="{CD1B3BBE-56CC-4974-BC5E-9FCD75B07556}" dt="2026-01-07T08:46:31.992" v="3213" actId="478"/>
            <ac:spMkLst>
              <pc:docMk/>
              <pc:sldMasterMk cId="582609979" sldId="2147483648"/>
              <pc:sldLayoutMk cId="830588291" sldId="2147483717"/>
              <ac:spMk id="2" creationId="{A26CEB15-B43B-D904-3869-FA48B6EEA64B}"/>
            </ac:spMkLst>
          </pc:spChg>
          <pc:spChg chg="add mod">
            <ac:chgData name="Vermeulen - van Gent, Sander" userId="e08259fd-81d2-4a86-9b20-28ba02d67a18" providerId="ADAL" clId="{CD1B3BBE-56CC-4974-BC5E-9FCD75B07556}" dt="2026-01-07T08:46:32.246" v="3214"/>
            <ac:spMkLst>
              <pc:docMk/>
              <pc:sldMasterMk cId="582609979" sldId="2147483648"/>
              <pc:sldLayoutMk cId="830588291" sldId="2147483717"/>
              <ac:spMk id="4" creationId="{310E4352-31FF-44EB-5021-279E162058B9}"/>
            </ac:spMkLst>
          </pc:spChg>
          <pc:spChg chg="add mod">
            <ac:chgData name="Vermeulen - van Gent, Sander" userId="e08259fd-81d2-4a86-9b20-28ba02d67a18" providerId="ADAL" clId="{CD1B3BBE-56CC-4974-BC5E-9FCD75B07556}" dt="2026-01-07T08:46:32.246" v="3214"/>
            <ac:spMkLst>
              <pc:docMk/>
              <pc:sldMasterMk cId="582609979" sldId="2147483648"/>
              <pc:sldLayoutMk cId="830588291" sldId="2147483717"/>
              <ac:spMk id="5" creationId="{549FA444-6519-F015-40E7-530F58844B81}"/>
            </ac:spMkLst>
          </pc:spChg>
          <pc:spChg chg="add mod">
            <ac:chgData name="Vermeulen - van Gent, Sander" userId="e08259fd-81d2-4a86-9b20-28ba02d67a18" providerId="ADAL" clId="{CD1B3BBE-56CC-4974-BC5E-9FCD75B07556}" dt="2026-01-07T08:46:32.246" v="3214"/>
            <ac:spMkLst>
              <pc:docMk/>
              <pc:sldMasterMk cId="582609979" sldId="2147483648"/>
              <pc:sldLayoutMk cId="830588291" sldId="2147483717"/>
              <ac:spMk id="6" creationId="{F67D3483-9559-7D5C-8A22-30732942E8F9}"/>
            </ac:spMkLst>
          </pc:spChg>
          <pc:spChg chg="mod">
            <ac:chgData name="Vermeulen - van Gent, Sander" userId="e08259fd-81d2-4a86-9b20-28ba02d67a18" providerId="ADAL" clId="{CD1B3BBE-56CC-4974-BC5E-9FCD75B07556}" dt="2025-12-22T12:14:42.082" v="2972" actId="17032"/>
            <ac:spMkLst>
              <pc:docMk/>
              <pc:sldMasterMk cId="582609979" sldId="2147483648"/>
              <pc:sldLayoutMk cId="830588291" sldId="2147483717"/>
              <ac:spMk id="7" creationId="{A53C9265-3CEF-A2C1-7746-C8CDC77B0852}"/>
            </ac:spMkLst>
          </pc:spChg>
          <pc:spChg chg="add mod">
            <ac:chgData name="Vermeulen - van Gent, Sander" userId="e08259fd-81d2-4a86-9b20-28ba02d67a18" providerId="ADAL" clId="{CD1B3BBE-56CC-4974-BC5E-9FCD75B07556}" dt="2026-01-07T08:46:32.246" v="3214"/>
            <ac:spMkLst>
              <pc:docMk/>
              <pc:sldMasterMk cId="582609979" sldId="2147483648"/>
              <pc:sldLayoutMk cId="830588291" sldId="2147483717"/>
              <ac:spMk id="8" creationId="{970EE836-F25C-DF4F-5C39-4E6A87FBE76D}"/>
            </ac:spMkLst>
          </pc:spChg>
          <pc:cxnChg chg="add mod">
            <ac:chgData name="Vermeulen - van Gent, Sander" userId="e08259fd-81d2-4a86-9b20-28ba02d67a18" providerId="ADAL" clId="{CD1B3BBE-56CC-4974-BC5E-9FCD75B07556}" dt="2026-01-07T08:46:32.246" v="3214"/>
            <ac:cxnSpMkLst>
              <pc:docMk/>
              <pc:sldMasterMk cId="582609979" sldId="2147483648"/>
              <pc:sldLayoutMk cId="830588291" sldId="2147483717"/>
              <ac:cxnSpMk id="3" creationId="{9AF48131-3415-6F18-82EA-A7896B2FF722}"/>
            </ac:cxnSpMkLst>
          </pc:cxnChg>
        </pc:sldLayoutChg>
        <pc:sldLayoutChg chg="addSp delSp modSp add mod modTransition">
          <pc:chgData name="Vermeulen - van Gent, Sander" userId="e08259fd-81d2-4a86-9b20-28ba02d67a18" providerId="ADAL" clId="{CD1B3BBE-56CC-4974-BC5E-9FCD75B07556}" dt="2026-01-07T08:46:35.157" v="3216"/>
          <pc:sldLayoutMkLst>
            <pc:docMk/>
            <pc:sldMasterMk cId="582609979" sldId="2147483648"/>
            <pc:sldLayoutMk cId="2787105181" sldId="2147483718"/>
          </pc:sldLayoutMkLst>
          <pc:spChg chg="add del mod">
            <ac:chgData name="Vermeulen - van Gent, Sander" userId="e08259fd-81d2-4a86-9b20-28ba02d67a18" providerId="ADAL" clId="{CD1B3BBE-56CC-4974-BC5E-9FCD75B07556}" dt="2026-01-07T08:46:34.942" v="3215" actId="478"/>
            <ac:spMkLst>
              <pc:docMk/>
              <pc:sldMasterMk cId="582609979" sldId="2147483648"/>
              <pc:sldLayoutMk cId="2787105181" sldId="2147483718"/>
              <ac:spMk id="2" creationId="{99C6EB58-2952-62F6-C2EB-FA62E0259852}"/>
            </ac:spMkLst>
          </pc:spChg>
          <pc:spChg chg="add mod">
            <ac:chgData name="Vermeulen - van Gent, Sander" userId="e08259fd-81d2-4a86-9b20-28ba02d67a18" providerId="ADAL" clId="{CD1B3BBE-56CC-4974-BC5E-9FCD75B07556}" dt="2026-01-07T08:46:35.157" v="3216"/>
            <ac:spMkLst>
              <pc:docMk/>
              <pc:sldMasterMk cId="582609979" sldId="2147483648"/>
              <pc:sldLayoutMk cId="2787105181" sldId="2147483718"/>
              <ac:spMk id="4" creationId="{C297A7E1-6E15-F8CA-B443-A9B04CFA197E}"/>
            </ac:spMkLst>
          </pc:spChg>
          <pc:spChg chg="add mod">
            <ac:chgData name="Vermeulen - van Gent, Sander" userId="e08259fd-81d2-4a86-9b20-28ba02d67a18" providerId="ADAL" clId="{CD1B3BBE-56CC-4974-BC5E-9FCD75B07556}" dt="2026-01-07T08:46:35.157" v="3216"/>
            <ac:spMkLst>
              <pc:docMk/>
              <pc:sldMasterMk cId="582609979" sldId="2147483648"/>
              <pc:sldLayoutMk cId="2787105181" sldId="2147483718"/>
              <ac:spMk id="5" creationId="{B2ECB286-47B4-17AE-F2C6-05C4DB5A171D}"/>
            </ac:spMkLst>
          </pc:spChg>
          <pc:spChg chg="add mod">
            <ac:chgData name="Vermeulen - van Gent, Sander" userId="e08259fd-81d2-4a86-9b20-28ba02d67a18" providerId="ADAL" clId="{CD1B3BBE-56CC-4974-BC5E-9FCD75B07556}" dt="2026-01-07T08:46:35.157" v="3216"/>
            <ac:spMkLst>
              <pc:docMk/>
              <pc:sldMasterMk cId="582609979" sldId="2147483648"/>
              <pc:sldLayoutMk cId="2787105181" sldId="2147483718"/>
              <ac:spMk id="6" creationId="{2D4A4CAC-D4F3-C532-68DA-A6ED8490477B}"/>
            </ac:spMkLst>
          </pc:spChg>
          <pc:spChg chg="mod">
            <ac:chgData name="Vermeulen - van Gent, Sander" userId="e08259fd-81d2-4a86-9b20-28ba02d67a18" providerId="ADAL" clId="{CD1B3BBE-56CC-4974-BC5E-9FCD75B07556}" dt="2025-12-22T12:15:05.918" v="3010" actId="17032"/>
            <ac:spMkLst>
              <pc:docMk/>
              <pc:sldMasterMk cId="582609979" sldId="2147483648"/>
              <pc:sldLayoutMk cId="2787105181" sldId="2147483718"/>
              <ac:spMk id="7" creationId="{A53C9265-3CEF-A2C1-7746-C8CDC77B0852}"/>
            </ac:spMkLst>
          </pc:spChg>
          <pc:spChg chg="add mod">
            <ac:chgData name="Vermeulen - van Gent, Sander" userId="e08259fd-81d2-4a86-9b20-28ba02d67a18" providerId="ADAL" clId="{CD1B3BBE-56CC-4974-BC5E-9FCD75B07556}" dt="2026-01-07T08:46:35.157" v="3216"/>
            <ac:spMkLst>
              <pc:docMk/>
              <pc:sldMasterMk cId="582609979" sldId="2147483648"/>
              <pc:sldLayoutMk cId="2787105181" sldId="2147483718"/>
              <ac:spMk id="8" creationId="{98EE597A-8E57-C416-4818-2A6539A544BF}"/>
            </ac:spMkLst>
          </pc:spChg>
          <pc:cxnChg chg="add mod">
            <ac:chgData name="Vermeulen - van Gent, Sander" userId="e08259fd-81d2-4a86-9b20-28ba02d67a18" providerId="ADAL" clId="{CD1B3BBE-56CC-4974-BC5E-9FCD75B07556}" dt="2026-01-07T08:46:35.157" v="3216"/>
            <ac:cxnSpMkLst>
              <pc:docMk/>
              <pc:sldMasterMk cId="582609979" sldId="2147483648"/>
              <pc:sldLayoutMk cId="2787105181" sldId="2147483718"/>
              <ac:cxnSpMk id="3" creationId="{2BF7F8DD-F476-16F9-EDE2-0FE5A9ACE6A1}"/>
            </ac:cxnSpMkLst>
          </pc:cxnChg>
        </pc:sldLayoutChg>
        <pc:sldLayoutChg chg="addSp delSp modSp add mod modTransition">
          <pc:chgData name="Vermeulen - van Gent, Sander" userId="e08259fd-81d2-4a86-9b20-28ba02d67a18" providerId="ADAL" clId="{CD1B3BBE-56CC-4974-BC5E-9FCD75B07556}" dt="2026-01-07T08:46:37.733" v="3218"/>
          <pc:sldLayoutMkLst>
            <pc:docMk/>
            <pc:sldMasterMk cId="582609979" sldId="2147483648"/>
            <pc:sldLayoutMk cId="1634006264" sldId="2147483719"/>
          </pc:sldLayoutMkLst>
          <pc:spChg chg="add del mod">
            <ac:chgData name="Vermeulen - van Gent, Sander" userId="e08259fd-81d2-4a86-9b20-28ba02d67a18" providerId="ADAL" clId="{CD1B3BBE-56CC-4974-BC5E-9FCD75B07556}" dt="2026-01-07T08:46:37.520" v="3217" actId="478"/>
            <ac:spMkLst>
              <pc:docMk/>
              <pc:sldMasterMk cId="582609979" sldId="2147483648"/>
              <pc:sldLayoutMk cId="1634006264" sldId="2147483719"/>
              <ac:spMk id="2" creationId="{0C143FA4-DFC1-1DE0-CE64-15CB5F4AC9EC}"/>
            </ac:spMkLst>
          </pc:spChg>
          <pc:spChg chg="add mod">
            <ac:chgData name="Vermeulen - van Gent, Sander" userId="e08259fd-81d2-4a86-9b20-28ba02d67a18" providerId="ADAL" clId="{CD1B3BBE-56CC-4974-BC5E-9FCD75B07556}" dt="2026-01-07T08:46:37.733" v="3218"/>
            <ac:spMkLst>
              <pc:docMk/>
              <pc:sldMasterMk cId="582609979" sldId="2147483648"/>
              <pc:sldLayoutMk cId="1634006264" sldId="2147483719"/>
              <ac:spMk id="4" creationId="{C1D5114C-ACD1-1EFD-CDAD-4C1AAA378482}"/>
            </ac:spMkLst>
          </pc:spChg>
          <pc:spChg chg="add mod">
            <ac:chgData name="Vermeulen - van Gent, Sander" userId="e08259fd-81d2-4a86-9b20-28ba02d67a18" providerId="ADAL" clId="{CD1B3BBE-56CC-4974-BC5E-9FCD75B07556}" dt="2026-01-07T08:46:37.733" v="3218"/>
            <ac:spMkLst>
              <pc:docMk/>
              <pc:sldMasterMk cId="582609979" sldId="2147483648"/>
              <pc:sldLayoutMk cId="1634006264" sldId="2147483719"/>
              <ac:spMk id="5" creationId="{35C1E2D5-FD9C-5E32-FC89-CBFB150E120E}"/>
            </ac:spMkLst>
          </pc:spChg>
          <pc:spChg chg="add mod">
            <ac:chgData name="Vermeulen - van Gent, Sander" userId="e08259fd-81d2-4a86-9b20-28ba02d67a18" providerId="ADAL" clId="{CD1B3BBE-56CC-4974-BC5E-9FCD75B07556}" dt="2026-01-07T08:46:37.733" v="3218"/>
            <ac:spMkLst>
              <pc:docMk/>
              <pc:sldMasterMk cId="582609979" sldId="2147483648"/>
              <pc:sldLayoutMk cId="1634006264" sldId="2147483719"/>
              <ac:spMk id="6" creationId="{04B68618-28FB-5AC0-A36A-A276A8B35AC3}"/>
            </ac:spMkLst>
          </pc:spChg>
          <pc:spChg chg="mod">
            <ac:chgData name="Vermeulen - van Gent, Sander" userId="e08259fd-81d2-4a86-9b20-28ba02d67a18" providerId="ADAL" clId="{CD1B3BBE-56CC-4974-BC5E-9FCD75B07556}" dt="2025-12-22T12:15:01.658" v="3009" actId="17032"/>
            <ac:spMkLst>
              <pc:docMk/>
              <pc:sldMasterMk cId="582609979" sldId="2147483648"/>
              <pc:sldLayoutMk cId="1634006264" sldId="2147483719"/>
              <ac:spMk id="7" creationId="{A53C9265-3CEF-A2C1-7746-C8CDC77B0852}"/>
            </ac:spMkLst>
          </pc:spChg>
          <pc:spChg chg="add mod">
            <ac:chgData name="Vermeulen - van Gent, Sander" userId="e08259fd-81d2-4a86-9b20-28ba02d67a18" providerId="ADAL" clId="{CD1B3BBE-56CC-4974-BC5E-9FCD75B07556}" dt="2026-01-07T08:46:37.733" v="3218"/>
            <ac:spMkLst>
              <pc:docMk/>
              <pc:sldMasterMk cId="582609979" sldId="2147483648"/>
              <pc:sldLayoutMk cId="1634006264" sldId="2147483719"/>
              <ac:spMk id="8" creationId="{4E5435A2-0C09-F144-4C5D-D7FA41DD5021}"/>
            </ac:spMkLst>
          </pc:spChg>
          <pc:cxnChg chg="add mod">
            <ac:chgData name="Vermeulen - van Gent, Sander" userId="e08259fd-81d2-4a86-9b20-28ba02d67a18" providerId="ADAL" clId="{CD1B3BBE-56CC-4974-BC5E-9FCD75B07556}" dt="2026-01-07T08:46:37.733" v="3218"/>
            <ac:cxnSpMkLst>
              <pc:docMk/>
              <pc:sldMasterMk cId="582609979" sldId="2147483648"/>
              <pc:sldLayoutMk cId="1634006264" sldId="2147483719"/>
              <ac:cxnSpMk id="3" creationId="{DE5E72DB-A184-A269-3680-24A5B9302166}"/>
            </ac:cxnSpMkLst>
          </pc:cxnChg>
        </pc:sldLayoutChg>
        <pc:sldLayoutChg chg="addSp delSp modSp add mod modTransition">
          <pc:chgData name="Vermeulen - van Gent, Sander" userId="e08259fd-81d2-4a86-9b20-28ba02d67a18" providerId="ADAL" clId="{CD1B3BBE-56CC-4974-BC5E-9FCD75B07556}" dt="2026-01-07T08:46:04.305" v="3202" actId="571"/>
          <pc:sldLayoutMkLst>
            <pc:docMk/>
            <pc:sldMasterMk cId="582609979" sldId="2147483648"/>
            <pc:sldLayoutMk cId="3062801688" sldId="2147483720"/>
          </pc:sldLayoutMkLst>
          <pc:spChg chg="add del mod">
            <ac:chgData name="Vermeulen - van Gent, Sander" userId="e08259fd-81d2-4a86-9b20-28ba02d67a18" providerId="ADAL" clId="{CD1B3BBE-56CC-4974-BC5E-9FCD75B07556}" dt="2026-01-07T08:42:33.475" v="3150" actId="478"/>
            <ac:spMkLst>
              <pc:docMk/>
              <pc:sldMasterMk cId="582609979" sldId="2147483648"/>
              <pc:sldLayoutMk cId="3062801688" sldId="2147483720"/>
              <ac:spMk id="2" creationId="{14291275-E2F5-315C-4B2B-14600857624A}"/>
            </ac:spMkLst>
          </pc:spChg>
          <pc:spChg chg="add del mod">
            <ac:chgData name="Vermeulen - van Gent, Sander" userId="e08259fd-81d2-4a86-9b20-28ba02d67a18" providerId="ADAL" clId="{CD1B3BBE-56CC-4974-BC5E-9FCD75B07556}" dt="2026-01-07T08:42:28.818" v="3149" actId="478"/>
            <ac:spMkLst>
              <pc:docMk/>
              <pc:sldMasterMk cId="582609979" sldId="2147483648"/>
              <pc:sldLayoutMk cId="3062801688" sldId="2147483720"/>
              <ac:spMk id="3" creationId="{8C2A4EB1-9221-6583-DD0B-891BBE82166A}"/>
            </ac:spMkLst>
          </pc:spChg>
          <pc:spChg chg="add mod">
            <ac:chgData name="Vermeulen - van Gent, Sander" userId="e08259fd-81d2-4a86-9b20-28ba02d67a18" providerId="ADAL" clId="{CD1B3BBE-56CC-4974-BC5E-9FCD75B07556}" dt="2026-01-07T08:41:34.136" v="3147"/>
            <ac:spMkLst>
              <pc:docMk/>
              <pc:sldMasterMk cId="582609979" sldId="2147483648"/>
              <pc:sldLayoutMk cId="3062801688" sldId="2147483720"/>
              <ac:spMk id="6" creationId="{A64DC78A-18DC-633C-077E-38A469E53A27}"/>
            </ac:spMkLst>
          </pc:spChg>
          <pc:spChg chg="add mod">
            <ac:chgData name="Vermeulen - van Gent, Sander" userId="e08259fd-81d2-4a86-9b20-28ba02d67a18" providerId="ADAL" clId="{CD1B3BBE-56CC-4974-BC5E-9FCD75B07556}" dt="2026-01-07T08:41:34.136" v="3147"/>
            <ac:spMkLst>
              <pc:docMk/>
              <pc:sldMasterMk cId="582609979" sldId="2147483648"/>
              <pc:sldLayoutMk cId="3062801688" sldId="2147483720"/>
              <ac:spMk id="8" creationId="{EBB6FC60-12A9-23C5-86CE-04C5CF309A66}"/>
            </ac:spMkLst>
          </pc:spChg>
          <pc:spChg chg="add mod">
            <ac:chgData name="Vermeulen - van Gent, Sander" userId="e08259fd-81d2-4a86-9b20-28ba02d67a18" providerId="ADAL" clId="{CD1B3BBE-56CC-4974-BC5E-9FCD75B07556}" dt="2026-01-07T08:42:12.723" v="3148"/>
            <ac:spMkLst>
              <pc:docMk/>
              <pc:sldMasterMk cId="582609979" sldId="2147483648"/>
              <pc:sldLayoutMk cId="3062801688" sldId="2147483720"/>
              <ac:spMk id="11" creationId="{7817E749-B626-6FBC-01A3-00E11CDB90F7}"/>
            </ac:spMkLst>
          </pc:spChg>
          <pc:spChg chg="add mod">
            <ac:chgData name="Vermeulen - van Gent, Sander" userId="e08259fd-81d2-4a86-9b20-28ba02d67a18" providerId="ADAL" clId="{CD1B3BBE-56CC-4974-BC5E-9FCD75B07556}" dt="2026-01-07T08:42:12.723" v="3148"/>
            <ac:spMkLst>
              <pc:docMk/>
              <pc:sldMasterMk cId="582609979" sldId="2147483648"/>
              <pc:sldLayoutMk cId="3062801688" sldId="2147483720"/>
              <ac:spMk id="12" creationId="{EEE098D9-5AD5-42D1-203D-6CD1EBC6CEBD}"/>
            </ac:spMkLst>
          </pc:spChg>
          <pc:spChg chg="add del mod ord">
            <ac:chgData name="Vermeulen - van Gent, Sander" userId="e08259fd-81d2-4a86-9b20-28ba02d67a18" providerId="ADAL" clId="{CD1B3BBE-56CC-4974-BC5E-9FCD75B07556}" dt="2026-01-07T08:45:49.775" v="3197" actId="478"/>
            <ac:spMkLst>
              <pc:docMk/>
              <pc:sldMasterMk cId="582609979" sldId="2147483648"/>
              <pc:sldLayoutMk cId="3062801688" sldId="2147483720"/>
              <ac:spMk id="15" creationId="{303B6071-B517-F0E3-2C4F-AC4128D847FC}"/>
            </ac:spMkLst>
          </pc:spChg>
          <pc:spChg chg="add del mod">
            <ac:chgData name="Vermeulen - van Gent, Sander" userId="e08259fd-81d2-4a86-9b20-28ba02d67a18" providerId="ADAL" clId="{CD1B3BBE-56CC-4974-BC5E-9FCD75B07556}" dt="2026-01-07T08:45:49.775" v="3197" actId="478"/>
            <ac:spMkLst>
              <pc:docMk/>
              <pc:sldMasterMk cId="582609979" sldId="2147483648"/>
              <pc:sldLayoutMk cId="3062801688" sldId="2147483720"/>
              <ac:spMk id="16" creationId="{C4E94BFF-B92A-69CB-994A-B902D36974E6}"/>
            </ac:spMkLst>
          </pc:spChg>
          <pc:spChg chg="add del mod">
            <ac:chgData name="Vermeulen - van Gent, Sander" userId="e08259fd-81d2-4a86-9b20-28ba02d67a18" providerId="ADAL" clId="{CD1B3BBE-56CC-4974-BC5E-9FCD75B07556}" dt="2026-01-07T08:45:49.775" v="3197" actId="478"/>
            <ac:spMkLst>
              <pc:docMk/>
              <pc:sldMasterMk cId="582609979" sldId="2147483648"/>
              <pc:sldLayoutMk cId="3062801688" sldId="2147483720"/>
              <ac:spMk id="17" creationId="{EAA70A1C-F6F5-C693-CC3C-FF6FA4B4E0C7}"/>
            </ac:spMkLst>
          </pc:spChg>
          <pc:spChg chg="add del mod">
            <ac:chgData name="Vermeulen - van Gent, Sander" userId="e08259fd-81d2-4a86-9b20-28ba02d67a18" providerId="ADAL" clId="{CD1B3BBE-56CC-4974-BC5E-9FCD75B07556}" dt="2026-01-07T08:45:49.775" v="3197" actId="478"/>
            <ac:spMkLst>
              <pc:docMk/>
              <pc:sldMasterMk cId="582609979" sldId="2147483648"/>
              <pc:sldLayoutMk cId="3062801688" sldId="2147483720"/>
              <ac:spMk id="18" creationId="{CEA741DC-5035-FA4F-DA60-1260882BE1CC}"/>
            </ac:spMkLst>
          </pc:spChg>
          <pc:spChg chg="add mod">
            <ac:chgData name="Vermeulen - van Gent, Sander" userId="e08259fd-81d2-4a86-9b20-28ba02d67a18" providerId="ADAL" clId="{CD1B3BBE-56CC-4974-BC5E-9FCD75B07556}" dt="2026-01-07T08:46:02.160" v="3200" actId="962"/>
            <ac:spMkLst>
              <pc:docMk/>
              <pc:sldMasterMk cId="582609979" sldId="2147483648"/>
              <pc:sldLayoutMk cId="3062801688" sldId="2147483720"/>
              <ac:spMk id="19" creationId="{1275B7D2-54E4-7FF9-12C7-F78D9E92D8A2}"/>
            </ac:spMkLst>
          </pc:spChg>
          <pc:spChg chg="add mod">
            <ac:chgData name="Vermeulen - van Gent, Sander" userId="e08259fd-81d2-4a86-9b20-28ba02d67a18" providerId="ADAL" clId="{CD1B3BBE-56CC-4974-BC5E-9FCD75B07556}" dt="2026-01-07T08:45:59.212" v="3199" actId="962"/>
            <ac:spMkLst>
              <pc:docMk/>
              <pc:sldMasterMk cId="582609979" sldId="2147483648"/>
              <pc:sldLayoutMk cId="3062801688" sldId="2147483720"/>
              <ac:spMk id="20" creationId="{EED19F67-71F6-8279-301C-45C1477E4829}"/>
            </ac:spMkLst>
          </pc:spChg>
          <pc:spChg chg="add mod">
            <ac:chgData name="Vermeulen - van Gent, Sander" userId="e08259fd-81d2-4a86-9b20-28ba02d67a18" providerId="ADAL" clId="{CD1B3BBE-56CC-4974-BC5E-9FCD75B07556}" dt="2026-01-07T08:46:04.305" v="3202" actId="571"/>
            <ac:spMkLst>
              <pc:docMk/>
              <pc:sldMasterMk cId="582609979" sldId="2147483648"/>
              <pc:sldLayoutMk cId="3062801688" sldId="2147483720"/>
              <ac:spMk id="21" creationId="{5761DBA8-A50F-1030-E43A-879560E9BB72}"/>
            </ac:spMkLst>
          </pc:spChg>
          <pc:spChg chg="add mod">
            <ac:chgData name="Vermeulen - van Gent, Sander" userId="e08259fd-81d2-4a86-9b20-28ba02d67a18" providerId="ADAL" clId="{CD1B3BBE-56CC-4974-BC5E-9FCD75B07556}" dt="2026-01-07T08:46:04.305" v="3202" actId="571"/>
            <ac:spMkLst>
              <pc:docMk/>
              <pc:sldMasterMk cId="582609979" sldId="2147483648"/>
              <pc:sldLayoutMk cId="3062801688" sldId="2147483720"/>
              <ac:spMk id="22" creationId="{D89C8D33-261C-837F-E21B-476A3271884F}"/>
            </ac:spMkLst>
          </pc:spChg>
          <pc:cxnChg chg="add mod">
            <ac:chgData name="Vermeulen - van Gent, Sander" userId="e08259fd-81d2-4a86-9b20-28ba02d67a18" providerId="ADAL" clId="{CD1B3BBE-56CC-4974-BC5E-9FCD75B07556}" dt="2026-01-07T08:41:34.136" v="3147"/>
            <ac:cxnSpMkLst>
              <pc:docMk/>
              <pc:sldMasterMk cId="582609979" sldId="2147483648"/>
              <pc:sldLayoutMk cId="3062801688" sldId="2147483720"/>
              <ac:cxnSpMk id="4" creationId="{881FF28A-8AED-E947-B2C4-93A6BD1C0921}"/>
            </ac:cxnSpMkLst>
          </pc:cxnChg>
          <pc:cxnChg chg="add mod">
            <ac:chgData name="Vermeulen - van Gent, Sander" userId="e08259fd-81d2-4a86-9b20-28ba02d67a18" providerId="ADAL" clId="{CD1B3BBE-56CC-4974-BC5E-9FCD75B07556}" dt="2026-01-07T08:41:34.136" v="3147"/>
            <ac:cxnSpMkLst>
              <pc:docMk/>
              <pc:sldMasterMk cId="582609979" sldId="2147483648"/>
              <pc:sldLayoutMk cId="3062801688" sldId="2147483720"/>
              <ac:cxnSpMk id="5" creationId="{904034E7-3539-A48A-4DA3-B29FADB0439C}"/>
            </ac:cxnSpMkLst>
          </pc:cxnChg>
          <pc:cxnChg chg="add mod">
            <ac:chgData name="Vermeulen - van Gent, Sander" userId="e08259fd-81d2-4a86-9b20-28ba02d67a18" providerId="ADAL" clId="{CD1B3BBE-56CC-4974-BC5E-9FCD75B07556}" dt="2026-01-07T08:42:12.723" v="3148"/>
            <ac:cxnSpMkLst>
              <pc:docMk/>
              <pc:sldMasterMk cId="582609979" sldId="2147483648"/>
              <pc:sldLayoutMk cId="3062801688" sldId="2147483720"/>
              <ac:cxnSpMk id="9" creationId="{743B50D7-6851-A688-FEF2-CA86A06EA663}"/>
            </ac:cxnSpMkLst>
          </pc:cxnChg>
          <pc:cxnChg chg="add mod">
            <ac:chgData name="Vermeulen - van Gent, Sander" userId="e08259fd-81d2-4a86-9b20-28ba02d67a18" providerId="ADAL" clId="{CD1B3BBE-56CC-4974-BC5E-9FCD75B07556}" dt="2026-01-07T08:42:12.723" v="3148"/>
            <ac:cxnSpMkLst>
              <pc:docMk/>
              <pc:sldMasterMk cId="582609979" sldId="2147483648"/>
              <pc:sldLayoutMk cId="3062801688" sldId="2147483720"/>
              <ac:cxnSpMk id="10" creationId="{80544F1D-D097-C74A-143B-A85BB43E74AE}"/>
            </ac:cxnSpMkLst>
          </pc:cxnChg>
          <pc:cxnChg chg="add del mod">
            <ac:chgData name="Vermeulen - van Gent, Sander" userId="e08259fd-81d2-4a86-9b20-28ba02d67a18" providerId="ADAL" clId="{CD1B3BBE-56CC-4974-BC5E-9FCD75B07556}" dt="2026-01-07T08:45:49.775" v="3197" actId="478"/>
            <ac:cxnSpMkLst>
              <pc:docMk/>
              <pc:sldMasterMk cId="582609979" sldId="2147483648"/>
              <pc:sldLayoutMk cId="3062801688" sldId="2147483720"/>
              <ac:cxnSpMk id="13" creationId="{41A7815D-315E-A205-B812-F256D4155555}"/>
            </ac:cxnSpMkLst>
          </pc:cxnChg>
          <pc:cxnChg chg="add del mod">
            <ac:chgData name="Vermeulen - van Gent, Sander" userId="e08259fd-81d2-4a86-9b20-28ba02d67a18" providerId="ADAL" clId="{CD1B3BBE-56CC-4974-BC5E-9FCD75B07556}" dt="2026-01-07T08:43:40.432" v="3179" actId="478"/>
            <ac:cxnSpMkLst>
              <pc:docMk/>
              <pc:sldMasterMk cId="582609979" sldId="2147483648"/>
              <pc:sldLayoutMk cId="3062801688" sldId="2147483720"/>
              <ac:cxnSpMk id="14" creationId="{AD4A9995-53B5-1B9B-4806-E0A35C265AD5}"/>
            </ac:cxnSpMkLst>
          </pc:cxnChg>
        </pc:sldLayoutChg>
        <pc:sldLayoutChg chg="addSp delSp modSp add mod modTransition">
          <pc:chgData name="Vermeulen - van Gent, Sander" userId="e08259fd-81d2-4a86-9b20-28ba02d67a18" providerId="ADAL" clId="{CD1B3BBE-56CC-4974-BC5E-9FCD75B07556}" dt="2026-01-07T08:46:13.457" v="3206"/>
          <pc:sldLayoutMkLst>
            <pc:docMk/>
            <pc:sldMasterMk cId="582609979" sldId="2147483648"/>
            <pc:sldLayoutMk cId="2778263677" sldId="2147483721"/>
          </pc:sldLayoutMkLst>
          <pc:spChg chg="add mod">
            <ac:chgData name="Vermeulen - van Gent, Sander" userId="e08259fd-81d2-4a86-9b20-28ba02d67a18" providerId="ADAL" clId="{CD1B3BBE-56CC-4974-BC5E-9FCD75B07556}" dt="2026-01-07T08:46:13.457" v="3206"/>
            <ac:spMkLst>
              <pc:docMk/>
              <pc:sldMasterMk cId="582609979" sldId="2147483648"/>
              <pc:sldLayoutMk cId="2778263677" sldId="2147483721"/>
              <ac:spMk id="2" creationId="{F64AA85D-C735-4864-540C-91D5497BC380}"/>
            </ac:spMkLst>
          </pc:spChg>
          <pc:spChg chg="add del mod">
            <ac:chgData name="Vermeulen - van Gent, Sander" userId="e08259fd-81d2-4a86-9b20-28ba02d67a18" providerId="ADAL" clId="{CD1B3BBE-56CC-4974-BC5E-9FCD75B07556}" dt="2026-01-07T08:46:13.062" v="3205" actId="478"/>
            <ac:spMkLst>
              <pc:docMk/>
              <pc:sldMasterMk cId="582609979" sldId="2147483648"/>
              <pc:sldLayoutMk cId="2778263677" sldId="2147483721"/>
              <ac:spMk id="3" creationId="{D68B9398-87C8-C4D3-4E50-08DC2E7E354F}"/>
            </ac:spMkLst>
          </pc:spChg>
          <pc:spChg chg="add del mod">
            <ac:chgData name="Vermeulen - van Gent, Sander" userId="e08259fd-81d2-4a86-9b20-28ba02d67a18" providerId="ADAL" clId="{CD1B3BBE-56CC-4974-BC5E-9FCD75B07556}" dt="2026-01-07T08:46:13.062" v="3205" actId="478"/>
            <ac:spMkLst>
              <pc:docMk/>
              <pc:sldMasterMk cId="582609979" sldId="2147483648"/>
              <pc:sldLayoutMk cId="2778263677" sldId="2147483721"/>
              <ac:spMk id="4" creationId="{46FD2D60-5977-C19C-214D-1D5A0AF94583}"/>
            </ac:spMkLst>
          </pc:spChg>
          <pc:spChg chg="add mod">
            <ac:chgData name="Vermeulen - van Gent, Sander" userId="e08259fd-81d2-4a86-9b20-28ba02d67a18" providerId="ADAL" clId="{CD1B3BBE-56CC-4974-BC5E-9FCD75B07556}" dt="2026-01-07T08:46:13.457" v="3206"/>
            <ac:spMkLst>
              <pc:docMk/>
              <pc:sldMasterMk cId="582609979" sldId="2147483648"/>
              <pc:sldLayoutMk cId="2778263677" sldId="2147483721"/>
              <ac:spMk id="5" creationId="{9008BE7C-6B2C-E28A-E632-4C452C71D5FA}"/>
            </ac:spMkLst>
          </pc:spChg>
        </pc:sldLayoutChg>
        <pc:sldLayoutChg chg="addSp delSp modSp add mod modTransition">
          <pc:chgData name="Vermeulen - van Gent, Sander" userId="e08259fd-81d2-4a86-9b20-28ba02d67a18" providerId="ADAL" clId="{CD1B3BBE-56CC-4974-BC5E-9FCD75B07556}" dt="2026-01-07T08:46:09.970" v="3204"/>
          <pc:sldLayoutMkLst>
            <pc:docMk/>
            <pc:sldMasterMk cId="582609979" sldId="2147483648"/>
            <pc:sldLayoutMk cId="1801002620" sldId="2147483722"/>
          </pc:sldLayoutMkLst>
          <pc:spChg chg="add del mod">
            <ac:chgData name="Vermeulen - van Gent, Sander" userId="e08259fd-81d2-4a86-9b20-28ba02d67a18" providerId="ADAL" clId="{CD1B3BBE-56CC-4974-BC5E-9FCD75B07556}" dt="2026-01-07T08:46:09.738" v="3203" actId="478"/>
            <ac:spMkLst>
              <pc:docMk/>
              <pc:sldMasterMk cId="582609979" sldId="2147483648"/>
              <pc:sldLayoutMk cId="1801002620" sldId="2147483722"/>
              <ac:spMk id="2" creationId="{2939AB82-88CB-71DE-79B9-9AEE7910F9D8}"/>
            </ac:spMkLst>
          </pc:spChg>
          <pc:spChg chg="add mod">
            <ac:chgData name="Vermeulen - van Gent, Sander" userId="e08259fd-81d2-4a86-9b20-28ba02d67a18" providerId="ADAL" clId="{CD1B3BBE-56CC-4974-BC5E-9FCD75B07556}" dt="2026-01-07T08:46:09.970" v="3204"/>
            <ac:spMkLst>
              <pc:docMk/>
              <pc:sldMasterMk cId="582609979" sldId="2147483648"/>
              <pc:sldLayoutMk cId="1801002620" sldId="2147483722"/>
              <ac:spMk id="3" creationId="{5F193AA4-09A3-CB31-87EE-2F190A925E48}"/>
            </ac:spMkLst>
          </pc:spChg>
          <pc:spChg chg="add del mod">
            <ac:chgData name="Vermeulen - van Gent, Sander" userId="e08259fd-81d2-4a86-9b20-28ba02d67a18" providerId="ADAL" clId="{CD1B3BBE-56CC-4974-BC5E-9FCD75B07556}" dt="2026-01-07T08:46:09.738" v="3203" actId="478"/>
            <ac:spMkLst>
              <pc:docMk/>
              <pc:sldMasterMk cId="582609979" sldId="2147483648"/>
              <pc:sldLayoutMk cId="1801002620" sldId="2147483722"/>
              <ac:spMk id="4" creationId="{6A044E49-B62D-8BF0-9E24-B9C61412FE8A}"/>
            </ac:spMkLst>
          </pc:spChg>
          <pc:spChg chg="add mod">
            <ac:chgData name="Vermeulen - van Gent, Sander" userId="e08259fd-81d2-4a86-9b20-28ba02d67a18" providerId="ADAL" clId="{CD1B3BBE-56CC-4974-BC5E-9FCD75B07556}" dt="2026-01-07T08:46:09.970" v="3204"/>
            <ac:spMkLst>
              <pc:docMk/>
              <pc:sldMasterMk cId="582609979" sldId="2147483648"/>
              <pc:sldLayoutMk cId="1801002620" sldId="2147483722"/>
              <ac:spMk id="5" creationId="{17069FB9-1CAC-9FEB-25C3-FB8E804B1CA5}"/>
            </ac:spMkLst>
          </pc:spChg>
        </pc:sldLayoutChg>
        <pc:sldLayoutChg chg="addSp delSp modSp add mod modTransition">
          <pc:chgData name="Vermeulen - van Gent, Sander" userId="e08259fd-81d2-4a86-9b20-28ba02d67a18" providerId="ADAL" clId="{CD1B3BBE-56CC-4974-BC5E-9FCD75B07556}" dt="2026-01-07T08:46:16.807" v="3208"/>
          <pc:sldLayoutMkLst>
            <pc:docMk/>
            <pc:sldMasterMk cId="582609979" sldId="2147483648"/>
            <pc:sldLayoutMk cId="835085721" sldId="2147483723"/>
          </pc:sldLayoutMkLst>
          <pc:spChg chg="add mod">
            <ac:chgData name="Vermeulen - van Gent, Sander" userId="e08259fd-81d2-4a86-9b20-28ba02d67a18" providerId="ADAL" clId="{CD1B3BBE-56CC-4974-BC5E-9FCD75B07556}" dt="2026-01-07T08:46:16.807" v="3208"/>
            <ac:spMkLst>
              <pc:docMk/>
              <pc:sldMasterMk cId="582609979" sldId="2147483648"/>
              <pc:sldLayoutMk cId="835085721" sldId="2147483723"/>
              <ac:spMk id="2" creationId="{B506A536-0E45-CA74-5422-F8A3CD3C9A7D}"/>
            </ac:spMkLst>
          </pc:spChg>
          <pc:spChg chg="add del mod">
            <ac:chgData name="Vermeulen - van Gent, Sander" userId="e08259fd-81d2-4a86-9b20-28ba02d67a18" providerId="ADAL" clId="{CD1B3BBE-56CC-4974-BC5E-9FCD75B07556}" dt="2026-01-07T08:46:16.605" v="3207" actId="478"/>
            <ac:spMkLst>
              <pc:docMk/>
              <pc:sldMasterMk cId="582609979" sldId="2147483648"/>
              <pc:sldLayoutMk cId="835085721" sldId="2147483723"/>
              <ac:spMk id="3" creationId="{0EC362ED-DB5E-933C-C2C0-B08D273E99C1}"/>
            </ac:spMkLst>
          </pc:spChg>
          <pc:spChg chg="add del mod">
            <ac:chgData name="Vermeulen - van Gent, Sander" userId="e08259fd-81d2-4a86-9b20-28ba02d67a18" providerId="ADAL" clId="{CD1B3BBE-56CC-4974-BC5E-9FCD75B07556}" dt="2026-01-07T08:46:16.605" v="3207" actId="478"/>
            <ac:spMkLst>
              <pc:docMk/>
              <pc:sldMasterMk cId="582609979" sldId="2147483648"/>
              <pc:sldLayoutMk cId="835085721" sldId="2147483723"/>
              <ac:spMk id="4" creationId="{D33D3A27-874B-FBE9-25B2-2B47EBA3CEDD}"/>
            </ac:spMkLst>
          </pc:spChg>
          <pc:spChg chg="add mod">
            <ac:chgData name="Vermeulen - van Gent, Sander" userId="e08259fd-81d2-4a86-9b20-28ba02d67a18" providerId="ADAL" clId="{CD1B3BBE-56CC-4974-BC5E-9FCD75B07556}" dt="2026-01-07T08:46:16.807" v="3208"/>
            <ac:spMkLst>
              <pc:docMk/>
              <pc:sldMasterMk cId="582609979" sldId="2147483648"/>
              <pc:sldLayoutMk cId="835085721" sldId="2147483723"/>
              <ac:spMk id="5" creationId="{85770C32-B5EA-BA65-04AD-F37482F6E224}"/>
            </ac:spMkLst>
          </pc:spChg>
        </pc:sldLayoutChg>
        <pc:sldLayoutChg chg="addSp delSp modSp add mod modTransition">
          <pc:chgData name="Vermeulen - van Gent, Sander" userId="e08259fd-81d2-4a86-9b20-28ba02d67a18" providerId="ADAL" clId="{CD1B3BBE-56CC-4974-BC5E-9FCD75B07556}" dt="2026-01-07T08:46:19.689" v="3210"/>
          <pc:sldLayoutMkLst>
            <pc:docMk/>
            <pc:sldMasterMk cId="582609979" sldId="2147483648"/>
            <pc:sldLayoutMk cId="2017985558" sldId="2147483724"/>
          </pc:sldLayoutMkLst>
          <pc:spChg chg="add mod">
            <ac:chgData name="Vermeulen - van Gent, Sander" userId="e08259fd-81d2-4a86-9b20-28ba02d67a18" providerId="ADAL" clId="{CD1B3BBE-56CC-4974-BC5E-9FCD75B07556}" dt="2026-01-07T08:46:19.689" v="3210"/>
            <ac:spMkLst>
              <pc:docMk/>
              <pc:sldMasterMk cId="582609979" sldId="2147483648"/>
              <pc:sldLayoutMk cId="2017985558" sldId="2147483724"/>
              <ac:spMk id="2" creationId="{FD346B7F-1470-FD49-0A16-6E569F38EF23}"/>
            </ac:spMkLst>
          </pc:spChg>
          <pc:spChg chg="add del mod">
            <ac:chgData name="Vermeulen - van Gent, Sander" userId="e08259fd-81d2-4a86-9b20-28ba02d67a18" providerId="ADAL" clId="{CD1B3BBE-56CC-4974-BC5E-9FCD75B07556}" dt="2026-01-07T08:46:19.479" v="3209" actId="478"/>
            <ac:spMkLst>
              <pc:docMk/>
              <pc:sldMasterMk cId="582609979" sldId="2147483648"/>
              <pc:sldLayoutMk cId="2017985558" sldId="2147483724"/>
              <ac:spMk id="3" creationId="{33739E64-8E67-2455-17F6-4B27700D09D8}"/>
            </ac:spMkLst>
          </pc:spChg>
          <pc:spChg chg="add del mod">
            <ac:chgData name="Vermeulen - van Gent, Sander" userId="e08259fd-81d2-4a86-9b20-28ba02d67a18" providerId="ADAL" clId="{CD1B3BBE-56CC-4974-BC5E-9FCD75B07556}" dt="2026-01-07T08:46:19.479" v="3209" actId="478"/>
            <ac:spMkLst>
              <pc:docMk/>
              <pc:sldMasterMk cId="582609979" sldId="2147483648"/>
              <pc:sldLayoutMk cId="2017985558" sldId="2147483724"/>
              <ac:spMk id="4" creationId="{013B46A4-BC38-846B-9C56-7C2BDA51DC9C}"/>
            </ac:spMkLst>
          </pc:spChg>
          <pc:spChg chg="add mod">
            <ac:chgData name="Vermeulen - van Gent, Sander" userId="e08259fd-81d2-4a86-9b20-28ba02d67a18" providerId="ADAL" clId="{CD1B3BBE-56CC-4974-BC5E-9FCD75B07556}" dt="2026-01-07T08:46:19.689" v="3210"/>
            <ac:spMkLst>
              <pc:docMk/>
              <pc:sldMasterMk cId="582609979" sldId="2147483648"/>
              <pc:sldLayoutMk cId="2017985558" sldId="2147483724"/>
              <ac:spMk id="5" creationId="{D82FA894-0495-A733-8A88-0158361B248A}"/>
            </ac:spMkLst>
          </pc:spChg>
        </pc:sldLayoutChg>
        <pc:sldLayoutChg chg="addSp delSp modSp add mod modTransition">
          <pc:chgData name="Vermeulen - van Gent, Sander" userId="e08259fd-81d2-4a86-9b20-28ba02d67a18" providerId="ADAL" clId="{CD1B3BBE-56CC-4974-BC5E-9FCD75B07556}" dt="2026-01-07T08:46:23.732" v="3212"/>
          <pc:sldLayoutMkLst>
            <pc:docMk/>
            <pc:sldMasterMk cId="582609979" sldId="2147483648"/>
            <pc:sldLayoutMk cId="4251520629" sldId="2147483725"/>
          </pc:sldLayoutMkLst>
          <pc:spChg chg="add mod">
            <ac:chgData name="Vermeulen - van Gent, Sander" userId="e08259fd-81d2-4a86-9b20-28ba02d67a18" providerId="ADAL" clId="{CD1B3BBE-56CC-4974-BC5E-9FCD75B07556}" dt="2026-01-07T08:46:23.732" v="3212"/>
            <ac:spMkLst>
              <pc:docMk/>
              <pc:sldMasterMk cId="582609979" sldId="2147483648"/>
              <pc:sldLayoutMk cId="4251520629" sldId="2147483725"/>
              <ac:spMk id="2" creationId="{F94CB744-EBE0-46F5-AA5C-1D7E395C52ED}"/>
            </ac:spMkLst>
          </pc:spChg>
          <pc:spChg chg="add del mod">
            <ac:chgData name="Vermeulen - van Gent, Sander" userId="e08259fd-81d2-4a86-9b20-28ba02d67a18" providerId="ADAL" clId="{CD1B3BBE-56CC-4974-BC5E-9FCD75B07556}" dt="2026-01-07T08:46:23.525" v="3211" actId="478"/>
            <ac:spMkLst>
              <pc:docMk/>
              <pc:sldMasterMk cId="582609979" sldId="2147483648"/>
              <pc:sldLayoutMk cId="4251520629" sldId="2147483725"/>
              <ac:spMk id="3" creationId="{D2B2C666-6DF2-961D-9352-D0AED5B18EBA}"/>
            </ac:spMkLst>
          </pc:spChg>
          <pc:spChg chg="add del mod">
            <ac:chgData name="Vermeulen - van Gent, Sander" userId="e08259fd-81d2-4a86-9b20-28ba02d67a18" providerId="ADAL" clId="{CD1B3BBE-56CC-4974-BC5E-9FCD75B07556}" dt="2026-01-07T08:46:23.525" v="3211" actId="478"/>
            <ac:spMkLst>
              <pc:docMk/>
              <pc:sldMasterMk cId="582609979" sldId="2147483648"/>
              <pc:sldLayoutMk cId="4251520629" sldId="2147483725"/>
              <ac:spMk id="4" creationId="{EE3E73AB-6C46-5B1A-D080-B9D7846A483B}"/>
            </ac:spMkLst>
          </pc:spChg>
          <pc:spChg chg="add mod">
            <ac:chgData name="Vermeulen - van Gent, Sander" userId="e08259fd-81d2-4a86-9b20-28ba02d67a18" providerId="ADAL" clId="{CD1B3BBE-56CC-4974-BC5E-9FCD75B07556}" dt="2026-01-07T08:46:23.732" v="3212"/>
            <ac:spMkLst>
              <pc:docMk/>
              <pc:sldMasterMk cId="582609979" sldId="2147483648"/>
              <pc:sldLayoutMk cId="4251520629" sldId="2147483725"/>
              <ac:spMk id="5" creationId="{F7A597E2-FD7D-1171-F122-D7BDBA2F3D1C}"/>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EBBECAC4-2E7B-4F8F-9A4B-AD585A9C1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a:extLst>
              <a:ext uri="{FF2B5EF4-FFF2-40B4-BE49-F238E27FC236}">
                <a16:creationId xmlns:a16="http://schemas.microsoft.com/office/drawing/2014/main" id="{A903FDF7-94AC-44A9-8B57-EA4E7EFFAA6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BEDBBAB-6028-4680-9556-A8238B314949}" type="datetimeFigureOut">
              <a:rPr lang="nl-NL" smtClean="0"/>
              <a:t>7-1-2026</a:t>
            </a:fld>
            <a:endParaRPr lang="nl-NL"/>
          </a:p>
        </p:txBody>
      </p:sp>
      <p:sp>
        <p:nvSpPr>
          <p:cNvPr id="4" name="Tijdelijke aanduiding voor voettekst 3">
            <a:extLst>
              <a:ext uri="{FF2B5EF4-FFF2-40B4-BE49-F238E27FC236}">
                <a16:creationId xmlns:a16="http://schemas.microsoft.com/office/drawing/2014/main" id="{29C166FE-01DB-4F65-AB1C-AC6312E3443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a:extLst>
              <a:ext uri="{FF2B5EF4-FFF2-40B4-BE49-F238E27FC236}">
                <a16:creationId xmlns:a16="http://schemas.microsoft.com/office/drawing/2014/main" id="{48D10FC2-8D7C-4786-A51B-666BD71966B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BDADB5A-DDF7-45B4-A85B-ACE6999A9481}" type="slidenum">
              <a:rPr lang="nl-NL" smtClean="0"/>
              <a:t>‹nr.›</a:t>
            </a:fld>
            <a:endParaRPr lang="nl-NL"/>
          </a:p>
        </p:txBody>
      </p:sp>
    </p:spTree>
    <p:extLst>
      <p:ext uri="{BB962C8B-B14F-4D97-AF65-F5344CB8AC3E}">
        <p14:creationId xmlns:p14="http://schemas.microsoft.com/office/powerpoint/2010/main" val="6537904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7F81271-B6F7-4A7E-8F6C-1E1DF4AA2733}" type="datetimeFigureOut">
              <a:t>7-1-2026</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D2CB1C5-35F9-456A-813D-06863788F202}" type="slidenum">
              <a:t>‹nr.›</a:t>
            </a:fld>
            <a:endParaRPr lang="nl-NL"/>
          </a:p>
        </p:txBody>
      </p:sp>
    </p:spTree>
    <p:extLst>
      <p:ext uri="{BB962C8B-B14F-4D97-AF65-F5344CB8AC3E}">
        <p14:creationId xmlns:p14="http://schemas.microsoft.com/office/powerpoint/2010/main" val="3322928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pagina">
    <p:spTree>
      <p:nvGrpSpPr>
        <p:cNvPr id="1" name=""/>
        <p:cNvGrpSpPr/>
        <p:nvPr/>
      </p:nvGrpSpPr>
      <p:grpSpPr>
        <a:xfrm>
          <a:off x="0" y="0"/>
          <a:ext cx="0" cy="0"/>
          <a:chOff x="0" y="0"/>
          <a:chExt cx="0" cy="0"/>
        </a:xfrm>
      </p:grpSpPr>
      <p:pic>
        <p:nvPicPr>
          <p:cNvPr id="2" name="Afbeelding">
            <a:extLst>
              <a:ext uri="{FF2B5EF4-FFF2-40B4-BE49-F238E27FC236}">
                <a16:creationId xmlns:a16="http://schemas.microsoft.com/office/drawing/2014/main" id="{9E694703-6FF2-B7E3-6462-431B2CE255CF}"/>
              </a:ext>
            </a:extLst>
          </p:cNvPr>
          <p:cNvPicPr>
            <a:picLocks noChangeAspect="1"/>
          </p:cNvPicPr>
          <p:nvPr userDrawn="1"/>
        </p:nvPicPr>
        <p:blipFill>
          <a:blip r:embed="rId2"/>
          <a:srcRect t="13216" b="14645"/>
          <a:stretch>
            <a:fillRect/>
          </a:stretch>
        </p:blipFill>
        <p:spPr>
          <a:xfrm>
            <a:off x="6346301" y="3373032"/>
            <a:ext cx="5291718" cy="2811936"/>
          </a:xfrm>
          <a:prstGeom prst="rect">
            <a:avLst/>
          </a:prstGeom>
        </p:spPr>
      </p:pic>
      <p:sp>
        <p:nvSpPr>
          <p:cNvPr id="7" name="Toelichting">
            <a:extLst>
              <a:ext uri="{FF2B5EF4-FFF2-40B4-BE49-F238E27FC236}">
                <a16:creationId xmlns:a16="http://schemas.microsoft.com/office/drawing/2014/main" id="{AA0CA219-2428-2DC8-8B60-DFF85A1CC921}"/>
              </a:ext>
            </a:extLst>
          </p:cNvPr>
          <p:cNvSpPr txBox="1"/>
          <p:nvPr userDrawn="1"/>
        </p:nvSpPr>
        <p:spPr>
          <a:xfrm>
            <a:off x="457220" y="1531527"/>
            <a:ext cx="11277561" cy="1631216"/>
          </a:xfrm>
          <a:prstGeom prst="rect">
            <a:avLst/>
          </a:prstGeom>
          <a:noFill/>
        </p:spPr>
        <p:txBody>
          <a:bodyPr wrap="square" rtlCol="0">
            <a:spAutoFit/>
          </a:bodyPr>
          <a:lstStyle/>
          <a:p>
            <a:r>
              <a:rPr lang="nl-NL" sz="1000" b="1" dirty="0">
                <a:latin typeface="+mn-lt"/>
                <a:cs typeface="Arial" panose="020B0604020202020204" pitchFamily="34" charset="0"/>
              </a:rPr>
              <a:t>OKO Gezondheidsmonitor 2025</a:t>
            </a:r>
          </a:p>
          <a:p>
            <a:r>
              <a:rPr lang="nl-NL" sz="1000" dirty="0">
                <a:latin typeface="+mn-lt"/>
                <a:cs typeface="Arial" panose="020B0604020202020204" pitchFamily="34" charset="0"/>
              </a:rPr>
              <a:t>OKO is een meerjarige aanpak die de gemeente inzet om te voorkomen dat jongeren onder de 18 jaar alcohol, nicotine of drugs gaan gebruiken. De aanpak richt zich op beschermende en risicofactoren in de leefomgeving van jongeren. Samenwerkingspartners gaan met elkaar aan de slag om de beschermende factoren te versterken en de risicofactoren te verminderen. Dat doen ze in elk van de volgende vier leefomgevingen van jongeren: Gezin, Leeftijdsgenoten, School en Vrije tijd. Deze omgevingsgerichte aanpak draagt naast het voorkomen van middelengebruik ook bij aan het mentale welbevinden van jongeren.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De OKO Gezondheidsmonitor is in het najaar van 2025 afgenomen onder jongeren in leerjaar 2 en 4 van het regulier voortgezet onderwijs.</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 deze rapportage zijn alleen antwoorden meegenomen waarbij minimaal 30 leerlingen de betreffende vraag hebben ingevuld én minimaal 5 leerlingen het betreffende antwoord hebben aangekruist. Bij een lagere respons is de privacy van de leerlingen niet meer gewaarborgd en zijn de resultaten onvoldoende betrouwbaar.</a:t>
            </a:r>
          </a:p>
        </p:txBody>
      </p:sp>
      <p:sp>
        <p:nvSpPr>
          <p:cNvPr id="13" name="Titelblok">
            <a:extLst>
              <a:ext uri="{FF2B5EF4-FFF2-40B4-BE49-F238E27FC236}">
                <a16:creationId xmlns:a16="http://schemas.microsoft.com/office/drawing/2014/main" id="{A8C0F8F3-4EF2-559B-A953-A00341A358C3}"/>
              </a:ext>
            </a:extLst>
          </p:cNvPr>
          <p:cNvSpPr/>
          <p:nvPr userDrawn="1"/>
        </p:nvSpPr>
        <p:spPr>
          <a:xfrm>
            <a:off x="0" y="0"/>
            <a:ext cx="10295595" cy="1066801"/>
          </a:xfrm>
          <a:custGeom>
            <a:avLst/>
            <a:gdLst>
              <a:gd name="connsiteX0" fmla="*/ 0 w 10295595"/>
              <a:gd name="connsiteY0" fmla="*/ 0 h 1066800"/>
              <a:gd name="connsiteX1" fmla="*/ 10295595 w 10295595"/>
              <a:gd name="connsiteY1" fmla="*/ 0 h 1066800"/>
              <a:gd name="connsiteX2" fmla="*/ 10295595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37543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10649 w 10295595"/>
              <a:gd name="connsiteY2" fmla="*/ 1060077 h 1066800"/>
              <a:gd name="connsiteX3" fmla="*/ 0 w 10295595"/>
              <a:gd name="connsiteY3" fmla="*/ 1066800 h 1066800"/>
              <a:gd name="connsiteX4" fmla="*/ 0 w 10295595"/>
              <a:gd name="connsiteY4" fmla="*/ 0 h 1066800"/>
              <a:gd name="connsiteX0" fmla="*/ 0 w 10295595"/>
              <a:gd name="connsiteY0" fmla="*/ 0 h 1066801"/>
              <a:gd name="connsiteX1" fmla="*/ 10295595 w 10295595"/>
              <a:gd name="connsiteY1" fmla="*/ 0 h 1066801"/>
              <a:gd name="connsiteX2" fmla="*/ 9710649 w 10295595"/>
              <a:gd name="connsiteY2" fmla="*/ 1066801 h 1066801"/>
              <a:gd name="connsiteX3" fmla="*/ 0 w 10295595"/>
              <a:gd name="connsiteY3" fmla="*/ 1066800 h 1066801"/>
              <a:gd name="connsiteX4" fmla="*/ 0 w 10295595"/>
              <a:gd name="connsiteY4" fmla="*/ 0 h 10668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95595" h="1066801">
                <a:moveTo>
                  <a:pt x="0" y="0"/>
                </a:moveTo>
                <a:lnTo>
                  <a:pt x="10295595" y="0"/>
                </a:lnTo>
                <a:lnTo>
                  <a:pt x="9710649" y="1066801"/>
                </a:lnTo>
                <a:lnTo>
                  <a:pt x="0" y="1066800"/>
                </a:lnTo>
                <a:lnTo>
                  <a:pt x="0" y="0"/>
                </a:lnTo>
                <a:close/>
              </a:path>
            </a:pathLst>
          </a:custGeom>
          <a:solidFill>
            <a:srgbClr val="0117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indent="270272"/>
            <a:r>
              <a:rPr lang="nl-NL" sz="2400" b="1" noProof="0" dirty="0">
                <a:latin typeface="Century Gothic" panose="020B0502020202020204" pitchFamily="34" charset="0"/>
              </a:rPr>
              <a:t>Figurenboek</a:t>
            </a:r>
          </a:p>
        </p:txBody>
      </p:sp>
      <p:sp>
        <p:nvSpPr>
          <p:cNvPr id="15" name="Datum">
            <a:extLst>
              <a:ext uri="{FF2B5EF4-FFF2-40B4-BE49-F238E27FC236}">
                <a16:creationId xmlns:a16="http://schemas.microsoft.com/office/drawing/2014/main" id="{D5F46DB6-750B-05CD-08B8-CF366255579E}"/>
              </a:ext>
            </a:extLst>
          </p:cNvPr>
          <p:cNvSpPr>
            <a:spLocks noGrp="1"/>
          </p:cNvSpPr>
          <p:nvPr>
            <p:ph type="body" sz="quarter" idx="10" hasCustomPrompt="1"/>
          </p:nvPr>
        </p:nvSpPr>
        <p:spPr>
          <a:xfrm>
            <a:off x="668279" y="3856622"/>
            <a:ext cx="2787613" cy="383241"/>
          </a:xfrm>
          <a:prstGeom prst="rect">
            <a:avLst/>
          </a:prstGeom>
        </p:spPr>
        <p:txBody>
          <a:bodyPr/>
          <a:lstStyle>
            <a:lvl1pPr>
              <a:buNone/>
              <a:defRPr sz="1600">
                <a:latin typeface="+mj-lt"/>
              </a:defRPr>
            </a:lvl1pPr>
            <a:lvl2pPr>
              <a:buNone/>
              <a:defRPr sz="1600">
                <a:latin typeface="+mj-lt"/>
              </a:defRPr>
            </a:lvl2pPr>
            <a:lvl3pPr>
              <a:buNone/>
              <a:defRPr sz="1600">
                <a:latin typeface="+mj-lt"/>
              </a:defRPr>
            </a:lvl3pPr>
            <a:lvl4pPr>
              <a:buNone/>
              <a:defRPr sz="1600">
                <a:latin typeface="+mj-lt"/>
              </a:defRPr>
            </a:lvl4pPr>
            <a:lvl5pPr>
              <a:buNone/>
              <a:defRPr sz="1600">
                <a:latin typeface="+mj-lt"/>
              </a:defRPr>
            </a:lvl5pPr>
          </a:lstStyle>
          <a:p>
            <a:pPr lvl="0"/>
            <a:r>
              <a:rPr lang="nl-NL" dirty="0"/>
              <a:t>Datum</a:t>
            </a:r>
          </a:p>
        </p:txBody>
      </p:sp>
    </p:spTree>
    <p:extLst>
      <p:ext uri="{BB962C8B-B14F-4D97-AF65-F5344CB8AC3E}">
        <p14:creationId xmlns:p14="http://schemas.microsoft.com/office/powerpoint/2010/main" val="336362284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oudsopgave">
    <p:spTree>
      <p:nvGrpSpPr>
        <p:cNvPr id="1" name=""/>
        <p:cNvGrpSpPr/>
        <p:nvPr/>
      </p:nvGrpSpPr>
      <p:grpSpPr>
        <a:xfrm>
          <a:off x="0" y="0"/>
          <a:ext cx="0" cy="0"/>
          <a:chOff x="0" y="0"/>
          <a:chExt cx="0" cy="0"/>
        </a:xfrm>
      </p:grpSpPr>
      <p:sp>
        <p:nvSpPr>
          <p:cNvPr id="3" name="Titelblok">
            <a:extLst>
              <a:ext uri="{FF2B5EF4-FFF2-40B4-BE49-F238E27FC236}">
                <a16:creationId xmlns:a16="http://schemas.microsoft.com/office/drawing/2014/main" id="{2E304EC1-1C7E-0547-A8B9-C344F217EDE9}"/>
              </a:ext>
            </a:extLst>
          </p:cNvPr>
          <p:cNvSpPr/>
          <p:nvPr userDrawn="1"/>
        </p:nvSpPr>
        <p:spPr>
          <a:xfrm>
            <a:off x="0" y="0"/>
            <a:ext cx="10295595" cy="1066801"/>
          </a:xfrm>
          <a:custGeom>
            <a:avLst/>
            <a:gdLst>
              <a:gd name="connsiteX0" fmla="*/ 0 w 10295595"/>
              <a:gd name="connsiteY0" fmla="*/ 0 h 1066800"/>
              <a:gd name="connsiteX1" fmla="*/ 10295595 w 10295595"/>
              <a:gd name="connsiteY1" fmla="*/ 0 h 1066800"/>
              <a:gd name="connsiteX2" fmla="*/ 10295595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37543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10649 w 10295595"/>
              <a:gd name="connsiteY2" fmla="*/ 1060077 h 1066800"/>
              <a:gd name="connsiteX3" fmla="*/ 0 w 10295595"/>
              <a:gd name="connsiteY3" fmla="*/ 1066800 h 1066800"/>
              <a:gd name="connsiteX4" fmla="*/ 0 w 10295595"/>
              <a:gd name="connsiteY4" fmla="*/ 0 h 1066800"/>
              <a:gd name="connsiteX0" fmla="*/ 0 w 10295595"/>
              <a:gd name="connsiteY0" fmla="*/ 0 h 1066801"/>
              <a:gd name="connsiteX1" fmla="*/ 10295595 w 10295595"/>
              <a:gd name="connsiteY1" fmla="*/ 0 h 1066801"/>
              <a:gd name="connsiteX2" fmla="*/ 9710649 w 10295595"/>
              <a:gd name="connsiteY2" fmla="*/ 1066801 h 1066801"/>
              <a:gd name="connsiteX3" fmla="*/ 0 w 10295595"/>
              <a:gd name="connsiteY3" fmla="*/ 1066800 h 1066801"/>
              <a:gd name="connsiteX4" fmla="*/ 0 w 10295595"/>
              <a:gd name="connsiteY4" fmla="*/ 0 h 10668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95595" h="1066801">
                <a:moveTo>
                  <a:pt x="0" y="0"/>
                </a:moveTo>
                <a:lnTo>
                  <a:pt x="10295595" y="0"/>
                </a:lnTo>
                <a:lnTo>
                  <a:pt x="9710649" y="1066801"/>
                </a:lnTo>
                <a:lnTo>
                  <a:pt x="0" y="1066800"/>
                </a:lnTo>
                <a:lnTo>
                  <a:pt x="0" y="0"/>
                </a:lnTo>
                <a:close/>
              </a:path>
            </a:pathLst>
          </a:custGeom>
          <a:solidFill>
            <a:srgbClr val="0117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indent="270272"/>
            <a:r>
              <a:rPr lang="nl-NL" sz="2400" b="1" noProof="0" dirty="0">
                <a:latin typeface="Century Gothic" panose="020B0502020202020204" pitchFamily="34" charset="0"/>
              </a:rPr>
              <a:t>Inhoudsopgave</a:t>
            </a:r>
          </a:p>
        </p:txBody>
      </p:sp>
      <p:sp>
        <p:nvSpPr>
          <p:cNvPr id="5" name="Tekst">
            <a:extLst>
              <a:ext uri="{FF2B5EF4-FFF2-40B4-BE49-F238E27FC236}">
                <a16:creationId xmlns:a16="http://schemas.microsoft.com/office/drawing/2014/main" id="{2A6E42E6-86E2-B293-3D25-012C4581C849}"/>
              </a:ext>
            </a:extLst>
          </p:cNvPr>
          <p:cNvSpPr>
            <a:spLocks noGrp="1"/>
          </p:cNvSpPr>
          <p:nvPr>
            <p:ph type="body" sz="quarter" idx="10" hasCustomPrompt="1"/>
          </p:nvPr>
        </p:nvSpPr>
        <p:spPr>
          <a:xfrm>
            <a:off x="569913" y="1612900"/>
            <a:ext cx="1879600" cy="1622425"/>
          </a:xfrm>
          <a:prstGeom prst="rect">
            <a:avLst/>
          </a:prstGeom>
        </p:spPr>
        <p:txBody>
          <a:bodyPr/>
          <a:lstStyle>
            <a:lvl1pPr>
              <a:buNone/>
              <a:defRPr sz="1200">
                <a:latin typeface="+mj-lt"/>
              </a:defRPr>
            </a:lvl1pPr>
          </a:lstStyle>
          <a:p>
            <a:pPr lvl="0"/>
            <a:r>
              <a:rPr lang="nl-NL" dirty="0"/>
              <a:t>Tekst</a:t>
            </a:r>
          </a:p>
        </p:txBody>
      </p:sp>
    </p:spTree>
    <p:extLst>
      <p:ext uri="{BB962C8B-B14F-4D97-AF65-F5344CB8AC3E}">
        <p14:creationId xmlns:p14="http://schemas.microsoft.com/office/powerpoint/2010/main" val="203641358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Middelengebruik">
    <p:spTree>
      <p:nvGrpSpPr>
        <p:cNvPr id="1" name=""/>
        <p:cNvGrpSpPr/>
        <p:nvPr/>
      </p:nvGrpSpPr>
      <p:grpSpPr>
        <a:xfrm>
          <a:off x="0" y="0"/>
          <a:ext cx="0" cy="0"/>
          <a:chOff x="0" y="0"/>
          <a:chExt cx="0" cy="0"/>
        </a:xfrm>
      </p:grpSpPr>
      <p:sp>
        <p:nvSpPr>
          <p:cNvPr id="7" name="Titelblok">
            <a:extLst>
              <a:ext uri="{FF2B5EF4-FFF2-40B4-BE49-F238E27FC236}">
                <a16:creationId xmlns:a16="http://schemas.microsoft.com/office/drawing/2014/main" id="{A53C9265-3CEF-A2C1-7746-C8CDC77B0852}"/>
              </a:ext>
            </a:extLst>
          </p:cNvPr>
          <p:cNvSpPr/>
          <p:nvPr userDrawn="1"/>
        </p:nvSpPr>
        <p:spPr>
          <a:xfrm>
            <a:off x="0" y="0"/>
            <a:ext cx="10295595" cy="1066801"/>
          </a:xfrm>
          <a:custGeom>
            <a:avLst/>
            <a:gdLst>
              <a:gd name="connsiteX0" fmla="*/ 0 w 10295595"/>
              <a:gd name="connsiteY0" fmla="*/ 0 h 1066800"/>
              <a:gd name="connsiteX1" fmla="*/ 10295595 w 10295595"/>
              <a:gd name="connsiteY1" fmla="*/ 0 h 1066800"/>
              <a:gd name="connsiteX2" fmla="*/ 10295595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37543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10649 w 10295595"/>
              <a:gd name="connsiteY2" fmla="*/ 1060077 h 1066800"/>
              <a:gd name="connsiteX3" fmla="*/ 0 w 10295595"/>
              <a:gd name="connsiteY3" fmla="*/ 1066800 h 1066800"/>
              <a:gd name="connsiteX4" fmla="*/ 0 w 10295595"/>
              <a:gd name="connsiteY4" fmla="*/ 0 h 1066800"/>
              <a:gd name="connsiteX0" fmla="*/ 0 w 10295595"/>
              <a:gd name="connsiteY0" fmla="*/ 0 h 1066801"/>
              <a:gd name="connsiteX1" fmla="*/ 10295595 w 10295595"/>
              <a:gd name="connsiteY1" fmla="*/ 0 h 1066801"/>
              <a:gd name="connsiteX2" fmla="*/ 9710649 w 10295595"/>
              <a:gd name="connsiteY2" fmla="*/ 1066801 h 1066801"/>
              <a:gd name="connsiteX3" fmla="*/ 0 w 10295595"/>
              <a:gd name="connsiteY3" fmla="*/ 1066800 h 1066801"/>
              <a:gd name="connsiteX4" fmla="*/ 0 w 10295595"/>
              <a:gd name="connsiteY4" fmla="*/ 0 h 10668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95595" h="1066801">
                <a:moveTo>
                  <a:pt x="0" y="0"/>
                </a:moveTo>
                <a:lnTo>
                  <a:pt x="10295595" y="0"/>
                </a:lnTo>
                <a:lnTo>
                  <a:pt x="9710649" y="1066801"/>
                </a:lnTo>
                <a:lnTo>
                  <a:pt x="0" y="1066800"/>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Middelengebruik</a:t>
            </a:r>
            <a:endParaRPr lang="nl-NL" sz="1800" b="1" noProof="0" dirty="0">
              <a:latin typeface="Century Gothic" panose="020B0502020202020204" pitchFamily="34" charset="0"/>
            </a:endParaRPr>
          </a:p>
        </p:txBody>
      </p:sp>
      <p:cxnSp>
        <p:nvCxnSpPr>
          <p:cNvPr id="2" name="Rechte verbindingslijn 1">
            <a:extLst>
              <a:ext uri="{FF2B5EF4-FFF2-40B4-BE49-F238E27FC236}">
                <a16:creationId xmlns:a16="http://schemas.microsoft.com/office/drawing/2014/main" id="{E95AE16C-74AB-6E76-AC04-10E710466F82}"/>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4" name="Grafiek 4">
            <a:extLst>
              <a:ext uri="{FF2B5EF4-FFF2-40B4-BE49-F238E27FC236}">
                <a16:creationId xmlns:a16="http://schemas.microsoft.com/office/drawing/2014/main" id="{259864B7-0A96-A0C0-67E2-E16FECEBF7C3}"/>
              </a:ext>
            </a:extLst>
          </p:cNvPr>
          <p:cNvSpPr>
            <a:spLocks noGrp="1"/>
          </p:cNvSpPr>
          <p:nvPr>
            <p:ph type="chart" sz="quarter" idx="21"/>
          </p:nvPr>
        </p:nvSpPr>
        <p:spPr>
          <a:xfrm>
            <a:off x="4366163" y="4204800"/>
            <a:ext cx="5400000" cy="2160000"/>
          </a:xfrm>
          <a:prstGeom prst="rect">
            <a:avLst/>
          </a:prstGeom>
        </p:spPr>
        <p:txBody>
          <a:bodyPr/>
          <a:lstStyle>
            <a:lvl1pPr marL="0" indent="0">
              <a:buNone/>
              <a:defRPr sz="3200"/>
            </a:lvl1pPr>
          </a:lstStyle>
          <a:p>
            <a:endParaRPr lang="nl-NL" dirty="0"/>
          </a:p>
        </p:txBody>
      </p:sp>
      <p:sp>
        <p:nvSpPr>
          <p:cNvPr id="5" name="Grafiek 3">
            <a:extLst>
              <a:ext uri="{FF2B5EF4-FFF2-40B4-BE49-F238E27FC236}">
                <a16:creationId xmlns:a16="http://schemas.microsoft.com/office/drawing/2014/main" id="{EA0E615C-06C3-824B-3B2E-7B74BCECE834}"/>
              </a:ext>
            </a:extLst>
          </p:cNvPr>
          <p:cNvSpPr>
            <a:spLocks noGrp="1"/>
          </p:cNvSpPr>
          <p:nvPr>
            <p:ph type="chart" sz="quarter" idx="17"/>
          </p:nvPr>
        </p:nvSpPr>
        <p:spPr>
          <a:xfrm>
            <a:off x="4366161" y="1519199"/>
            <a:ext cx="5400000" cy="2160000"/>
          </a:xfrm>
          <a:prstGeom prst="rect">
            <a:avLst/>
          </a:prstGeom>
        </p:spPr>
        <p:txBody>
          <a:bodyPr/>
          <a:lstStyle>
            <a:lvl1pPr marL="0" indent="0">
              <a:buNone/>
              <a:defRPr sz="3200"/>
            </a:lvl1pPr>
          </a:lstStyle>
          <a:p>
            <a:endParaRPr lang="nl-NL"/>
          </a:p>
        </p:txBody>
      </p:sp>
      <p:sp>
        <p:nvSpPr>
          <p:cNvPr id="6" name="Grafiek 2">
            <a:extLst>
              <a:ext uri="{FF2B5EF4-FFF2-40B4-BE49-F238E27FC236}">
                <a16:creationId xmlns:a16="http://schemas.microsoft.com/office/drawing/2014/main" id="{43847FB9-DB07-BD66-FB97-63958C614EA8}"/>
              </a:ext>
            </a:extLst>
          </p:cNvPr>
          <p:cNvSpPr>
            <a:spLocks noGrp="1"/>
          </p:cNvSpPr>
          <p:nvPr>
            <p:ph type="chart" sz="quarter" idx="22"/>
          </p:nvPr>
        </p:nvSpPr>
        <p:spPr>
          <a:xfrm>
            <a:off x="454514" y="4204800"/>
            <a:ext cx="3456000" cy="2160000"/>
          </a:xfrm>
          <a:prstGeom prst="rect">
            <a:avLst/>
          </a:prstGeom>
        </p:spPr>
        <p:txBody>
          <a:bodyPr/>
          <a:lstStyle>
            <a:lvl1pPr marL="0" indent="0">
              <a:buNone/>
              <a:defRPr sz="3200"/>
            </a:lvl1pPr>
          </a:lstStyle>
          <a:p>
            <a:endParaRPr lang="nl-NL" dirty="0"/>
          </a:p>
        </p:txBody>
      </p:sp>
      <p:sp>
        <p:nvSpPr>
          <p:cNvPr id="8" name="Grafiek 1">
            <a:extLst>
              <a:ext uri="{FF2B5EF4-FFF2-40B4-BE49-F238E27FC236}">
                <a16:creationId xmlns:a16="http://schemas.microsoft.com/office/drawing/2014/main" id="{42040531-957B-A069-EB3D-FAC8BDF29336}"/>
              </a:ext>
            </a:extLst>
          </p:cNvPr>
          <p:cNvSpPr>
            <a:spLocks noGrp="1"/>
          </p:cNvSpPr>
          <p:nvPr>
            <p:ph type="chart" sz="quarter" idx="23"/>
          </p:nvPr>
        </p:nvSpPr>
        <p:spPr>
          <a:xfrm>
            <a:off x="454514" y="1519199"/>
            <a:ext cx="3456000" cy="2160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19029838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iddelengebruik 2">
    <p:spTree>
      <p:nvGrpSpPr>
        <p:cNvPr id="1" name=""/>
        <p:cNvGrpSpPr/>
        <p:nvPr/>
      </p:nvGrpSpPr>
      <p:grpSpPr>
        <a:xfrm>
          <a:off x="0" y="0"/>
          <a:ext cx="0" cy="0"/>
          <a:chOff x="0" y="0"/>
          <a:chExt cx="0" cy="0"/>
        </a:xfrm>
      </p:grpSpPr>
      <p:sp>
        <p:nvSpPr>
          <p:cNvPr id="7" name="Titelblok">
            <a:extLst>
              <a:ext uri="{FF2B5EF4-FFF2-40B4-BE49-F238E27FC236}">
                <a16:creationId xmlns:a16="http://schemas.microsoft.com/office/drawing/2014/main" id="{A53C9265-3CEF-A2C1-7746-C8CDC77B0852}"/>
              </a:ext>
            </a:extLst>
          </p:cNvPr>
          <p:cNvSpPr/>
          <p:nvPr userDrawn="1"/>
        </p:nvSpPr>
        <p:spPr>
          <a:xfrm>
            <a:off x="0" y="0"/>
            <a:ext cx="10295595" cy="1066801"/>
          </a:xfrm>
          <a:custGeom>
            <a:avLst/>
            <a:gdLst>
              <a:gd name="connsiteX0" fmla="*/ 0 w 10295595"/>
              <a:gd name="connsiteY0" fmla="*/ 0 h 1066800"/>
              <a:gd name="connsiteX1" fmla="*/ 10295595 w 10295595"/>
              <a:gd name="connsiteY1" fmla="*/ 0 h 1066800"/>
              <a:gd name="connsiteX2" fmla="*/ 10295595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37543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10649 w 10295595"/>
              <a:gd name="connsiteY2" fmla="*/ 1060077 h 1066800"/>
              <a:gd name="connsiteX3" fmla="*/ 0 w 10295595"/>
              <a:gd name="connsiteY3" fmla="*/ 1066800 h 1066800"/>
              <a:gd name="connsiteX4" fmla="*/ 0 w 10295595"/>
              <a:gd name="connsiteY4" fmla="*/ 0 h 1066800"/>
              <a:gd name="connsiteX0" fmla="*/ 0 w 10295595"/>
              <a:gd name="connsiteY0" fmla="*/ 0 h 1066801"/>
              <a:gd name="connsiteX1" fmla="*/ 10295595 w 10295595"/>
              <a:gd name="connsiteY1" fmla="*/ 0 h 1066801"/>
              <a:gd name="connsiteX2" fmla="*/ 9710649 w 10295595"/>
              <a:gd name="connsiteY2" fmla="*/ 1066801 h 1066801"/>
              <a:gd name="connsiteX3" fmla="*/ 0 w 10295595"/>
              <a:gd name="connsiteY3" fmla="*/ 1066800 h 1066801"/>
              <a:gd name="connsiteX4" fmla="*/ 0 w 10295595"/>
              <a:gd name="connsiteY4" fmla="*/ 0 h 10668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95595" h="1066801">
                <a:moveTo>
                  <a:pt x="0" y="0"/>
                </a:moveTo>
                <a:lnTo>
                  <a:pt x="10295595" y="0"/>
                </a:lnTo>
                <a:lnTo>
                  <a:pt x="9710649" y="1066801"/>
                </a:lnTo>
                <a:lnTo>
                  <a:pt x="0" y="1066800"/>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Middelengebruik</a:t>
            </a:r>
            <a:endParaRPr lang="nl-NL" sz="1800" b="1" noProof="0" dirty="0">
              <a:latin typeface="Century Gothic" panose="020B0502020202020204" pitchFamily="34" charset="0"/>
            </a:endParaRPr>
          </a:p>
        </p:txBody>
      </p:sp>
      <p:sp>
        <p:nvSpPr>
          <p:cNvPr id="19" name="Grafiek 2">
            <a:extLst>
              <a:ext uri="{FF2B5EF4-FFF2-40B4-BE49-F238E27FC236}">
                <a16:creationId xmlns:a16="http://schemas.microsoft.com/office/drawing/2014/main" id="{1275B7D2-54E4-7FF9-12C7-F78D9E92D8A2}"/>
              </a:ext>
            </a:extLst>
          </p:cNvPr>
          <p:cNvSpPr>
            <a:spLocks noGrp="1"/>
          </p:cNvSpPr>
          <p:nvPr>
            <p:ph type="chart" sz="quarter" idx="14"/>
          </p:nvPr>
        </p:nvSpPr>
        <p:spPr>
          <a:xfrm>
            <a:off x="6096000" y="1860960"/>
            <a:ext cx="5400000" cy="4320000"/>
          </a:xfrm>
          <a:prstGeom prst="rect">
            <a:avLst/>
          </a:prstGeom>
        </p:spPr>
        <p:txBody>
          <a:bodyPr/>
          <a:lstStyle>
            <a:lvl1pPr marL="0" indent="0">
              <a:buNone/>
              <a:defRPr/>
            </a:lvl1pPr>
          </a:lstStyle>
          <a:p>
            <a:endParaRPr lang="nl-NL" dirty="0"/>
          </a:p>
        </p:txBody>
      </p:sp>
      <p:sp>
        <p:nvSpPr>
          <p:cNvPr id="20" name="Grafiek 1">
            <a:extLst>
              <a:ext uri="{FF2B5EF4-FFF2-40B4-BE49-F238E27FC236}">
                <a16:creationId xmlns:a16="http://schemas.microsoft.com/office/drawing/2014/main" id="{EED19F67-71F6-8279-301C-45C1477E4829}"/>
              </a:ext>
            </a:extLst>
          </p:cNvPr>
          <p:cNvSpPr>
            <a:spLocks noGrp="1"/>
          </p:cNvSpPr>
          <p:nvPr>
            <p:ph type="chart" sz="quarter" idx="15"/>
          </p:nvPr>
        </p:nvSpPr>
        <p:spPr>
          <a:xfrm>
            <a:off x="1259794" y="1860960"/>
            <a:ext cx="3960000" cy="4320000"/>
          </a:xfrm>
          <a:prstGeom prst="rect">
            <a:avLst/>
          </a:prstGeom>
        </p:spPr>
        <p:txBody>
          <a:bodyPr/>
          <a:lstStyle>
            <a:lvl1pPr marL="0" indent="0">
              <a:buNone/>
              <a:defRPr/>
            </a:lvl1pPr>
          </a:lstStyle>
          <a:p>
            <a:endParaRPr lang="nl-NL" dirty="0"/>
          </a:p>
        </p:txBody>
      </p:sp>
    </p:spTree>
    <p:extLst>
      <p:ext uri="{BB962C8B-B14F-4D97-AF65-F5344CB8AC3E}">
        <p14:creationId xmlns:p14="http://schemas.microsoft.com/office/powerpoint/2010/main" val="30628016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entale gezondheid">
    <p:spTree>
      <p:nvGrpSpPr>
        <p:cNvPr id="1" name=""/>
        <p:cNvGrpSpPr/>
        <p:nvPr/>
      </p:nvGrpSpPr>
      <p:grpSpPr>
        <a:xfrm>
          <a:off x="0" y="0"/>
          <a:ext cx="0" cy="0"/>
          <a:chOff x="0" y="0"/>
          <a:chExt cx="0" cy="0"/>
        </a:xfrm>
      </p:grpSpPr>
      <p:sp>
        <p:nvSpPr>
          <p:cNvPr id="7" name="Titelblok">
            <a:extLst>
              <a:ext uri="{FF2B5EF4-FFF2-40B4-BE49-F238E27FC236}">
                <a16:creationId xmlns:a16="http://schemas.microsoft.com/office/drawing/2014/main" id="{A53C9265-3CEF-A2C1-7746-C8CDC77B0852}"/>
              </a:ext>
            </a:extLst>
          </p:cNvPr>
          <p:cNvSpPr/>
          <p:nvPr userDrawn="1"/>
        </p:nvSpPr>
        <p:spPr>
          <a:xfrm>
            <a:off x="0" y="0"/>
            <a:ext cx="10295595" cy="1066801"/>
          </a:xfrm>
          <a:custGeom>
            <a:avLst/>
            <a:gdLst>
              <a:gd name="connsiteX0" fmla="*/ 0 w 10295595"/>
              <a:gd name="connsiteY0" fmla="*/ 0 h 1066800"/>
              <a:gd name="connsiteX1" fmla="*/ 10295595 w 10295595"/>
              <a:gd name="connsiteY1" fmla="*/ 0 h 1066800"/>
              <a:gd name="connsiteX2" fmla="*/ 10295595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37543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10649 w 10295595"/>
              <a:gd name="connsiteY2" fmla="*/ 1060077 h 1066800"/>
              <a:gd name="connsiteX3" fmla="*/ 0 w 10295595"/>
              <a:gd name="connsiteY3" fmla="*/ 1066800 h 1066800"/>
              <a:gd name="connsiteX4" fmla="*/ 0 w 10295595"/>
              <a:gd name="connsiteY4" fmla="*/ 0 h 1066800"/>
              <a:gd name="connsiteX0" fmla="*/ 0 w 10295595"/>
              <a:gd name="connsiteY0" fmla="*/ 0 h 1066801"/>
              <a:gd name="connsiteX1" fmla="*/ 10295595 w 10295595"/>
              <a:gd name="connsiteY1" fmla="*/ 0 h 1066801"/>
              <a:gd name="connsiteX2" fmla="*/ 9710649 w 10295595"/>
              <a:gd name="connsiteY2" fmla="*/ 1066801 h 1066801"/>
              <a:gd name="connsiteX3" fmla="*/ 0 w 10295595"/>
              <a:gd name="connsiteY3" fmla="*/ 1066800 h 1066801"/>
              <a:gd name="connsiteX4" fmla="*/ 0 w 10295595"/>
              <a:gd name="connsiteY4" fmla="*/ 0 h 10668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95595" h="1066801">
                <a:moveTo>
                  <a:pt x="0" y="0"/>
                </a:moveTo>
                <a:lnTo>
                  <a:pt x="10295595" y="0"/>
                </a:lnTo>
                <a:lnTo>
                  <a:pt x="9710649" y="1066801"/>
                </a:lnTo>
                <a:lnTo>
                  <a:pt x="0" y="1066800"/>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Mentale gezondheid</a:t>
            </a:r>
            <a:endParaRPr lang="nl-NL" sz="1800" b="1" noProof="0" dirty="0">
              <a:latin typeface="Century Gothic" panose="020B0502020202020204" pitchFamily="34" charset="0"/>
            </a:endParaRPr>
          </a:p>
        </p:txBody>
      </p:sp>
      <p:cxnSp>
        <p:nvCxnSpPr>
          <p:cNvPr id="2" name="Rechte verbindingslijn 1">
            <a:extLst>
              <a:ext uri="{FF2B5EF4-FFF2-40B4-BE49-F238E27FC236}">
                <a16:creationId xmlns:a16="http://schemas.microsoft.com/office/drawing/2014/main" id="{4C538D0C-D1BB-354E-B7C4-7DBDC4B35CC3}"/>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4" name="Grafiek 4">
            <a:extLst>
              <a:ext uri="{FF2B5EF4-FFF2-40B4-BE49-F238E27FC236}">
                <a16:creationId xmlns:a16="http://schemas.microsoft.com/office/drawing/2014/main" id="{9D4D247F-EED3-751A-0049-01F139CA96DF}"/>
              </a:ext>
            </a:extLst>
          </p:cNvPr>
          <p:cNvSpPr>
            <a:spLocks noGrp="1"/>
          </p:cNvSpPr>
          <p:nvPr>
            <p:ph type="chart" sz="quarter" idx="21"/>
          </p:nvPr>
        </p:nvSpPr>
        <p:spPr>
          <a:xfrm>
            <a:off x="4366163" y="4204800"/>
            <a:ext cx="5400000" cy="2160000"/>
          </a:xfrm>
          <a:prstGeom prst="rect">
            <a:avLst/>
          </a:prstGeom>
        </p:spPr>
        <p:txBody>
          <a:bodyPr/>
          <a:lstStyle>
            <a:lvl1pPr marL="0" indent="0">
              <a:buNone/>
              <a:defRPr sz="3200"/>
            </a:lvl1pPr>
          </a:lstStyle>
          <a:p>
            <a:endParaRPr lang="nl-NL" dirty="0"/>
          </a:p>
        </p:txBody>
      </p:sp>
      <p:sp>
        <p:nvSpPr>
          <p:cNvPr id="5" name="Grafiek 3">
            <a:extLst>
              <a:ext uri="{FF2B5EF4-FFF2-40B4-BE49-F238E27FC236}">
                <a16:creationId xmlns:a16="http://schemas.microsoft.com/office/drawing/2014/main" id="{8476CF55-AC4B-A51E-B67D-0043B13FC3C0}"/>
              </a:ext>
            </a:extLst>
          </p:cNvPr>
          <p:cNvSpPr>
            <a:spLocks noGrp="1"/>
          </p:cNvSpPr>
          <p:nvPr>
            <p:ph type="chart" sz="quarter" idx="17"/>
          </p:nvPr>
        </p:nvSpPr>
        <p:spPr>
          <a:xfrm>
            <a:off x="4366161" y="1519199"/>
            <a:ext cx="5400000" cy="2160000"/>
          </a:xfrm>
          <a:prstGeom prst="rect">
            <a:avLst/>
          </a:prstGeom>
        </p:spPr>
        <p:txBody>
          <a:bodyPr/>
          <a:lstStyle>
            <a:lvl1pPr marL="0" indent="0">
              <a:buNone/>
              <a:defRPr sz="3200"/>
            </a:lvl1pPr>
          </a:lstStyle>
          <a:p>
            <a:endParaRPr lang="nl-NL"/>
          </a:p>
        </p:txBody>
      </p:sp>
      <p:sp>
        <p:nvSpPr>
          <p:cNvPr id="6" name="Grafiek 2">
            <a:extLst>
              <a:ext uri="{FF2B5EF4-FFF2-40B4-BE49-F238E27FC236}">
                <a16:creationId xmlns:a16="http://schemas.microsoft.com/office/drawing/2014/main" id="{051C7A14-B993-DB3C-D3AE-27FA3E10C10C}"/>
              </a:ext>
            </a:extLst>
          </p:cNvPr>
          <p:cNvSpPr>
            <a:spLocks noGrp="1"/>
          </p:cNvSpPr>
          <p:nvPr>
            <p:ph type="chart" sz="quarter" idx="22"/>
          </p:nvPr>
        </p:nvSpPr>
        <p:spPr>
          <a:xfrm>
            <a:off x="454514" y="4204800"/>
            <a:ext cx="3456000" cy="2160000"/>
          </a:xfrm>
          <a:prstGeom prst="rect">
            <a:avLst/>
          </a:prstGeom>
        </p:spPr>
        <p:txBody>
          <a:bodyPr/>
          <a:lstStyle>
            <a:lvl1pPr marL="0" indent="0">
              <a:buNone/>
              <a:defRPr sz="3200"/>
            </a:lvl1pPr>
          </a:lstStyle>
          <a:p>
            <a:endParaRPr lang="nl-NL" dirty="0"/>
          </a:p>
        </p:txBody>
      </p:sp>
      <p:sp>
        <p:nvSpPr>
          <p:cNvPr id="8" name="Grafiek 1">
            <a:extLst>
              <a:ext uri="{FF2B5EF4-FFF2-40B4-BE49-F238E27FC236}">
                <a16:creationId xmlns:a16="http://schemas.microsoft.com/office/drawing/2014/main" id="{37BFBFD0-42A1-EEE7-4558-A7D2A210A689}"/>
              </a:ext>
            </a:extLst>
          </p:cNvPr>
          <p:cNvSpPr>
            <a:spLocks noGrp="1"/>
          </p:cNvSpPr>
          <p:nvPr>
            <p:ph type="chart" sz="quarter" idx="23"/>
          </p:nvPr>
        </p:nvSpPr>
        <p:spPr>
          <a:xfrm>
            <a:off x="454514" y="1519199"/>
            <a:ext cx="3456000" cy="2160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33506245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entale gezondheid 2">
    <p:spTree>
      <p:nvGrpSpPr>
        <p:cNvPr id="1" name=""/>
        <p:cNvGrpSpPr/>
        <p:nvPr/>
      </p:nvGrpSpPr>
      <p:grpSpPr>
        <a:xfrm>
          <a:off x="0" y="0"/>
          <a:ext cx="0" cy="0"/>
          <a:chOff x="0" y="0"/>
          <a:chExt cx="0" cy="0"/>
        </a:xfrm>
      </p:grpSpPr>
      <p:sp>
        <p:nvSpPr>
          <p:cNvPr id="7" name="Titelblok">
            <a:extLst>
              <a:ext uri="{FF2B5EF4-FFF2-40B4-BE49-F238E27FC236}">
                <a16:creationId xmlns:a16="http://schemas.microsoft.com/office/drawing/2014/main" id="{A53C9265-3CEF-A2C1-7746-C8CDC77B0852}"/>
              </a:ext>
            </a:extLst>
          </p:cNvPr>
          <p:cNvSpPr/>
          <p:nvPr userDrawn="1"/>
        </p:nvSpPr>
        <p:spPr>
          <a:xfrm>
            <a:off x="0" y="0"/>
            <a:ext cx="10295595" cy="1066801"/>
          </a:xfrm>
          <a:custGeom>
            <a:avLst/>
            <a:gdLst>
              <a:gd name="connsiteX0" fmla="*/ 0 w 10295595"/>
              <a:gd name="connsiteY0" fmla="*/ 0 h 1066800"/>
              <a:gd name="connsiteX1" fmla="*/ 10295595 w 10295595"/>
              <a:gd name="connsiteY1" fmla="*/ 0 h 1066800"/>
              <a:gd name="connsiteX2" fmla="*/ 10295595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37543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10649 w 10295595"/>
              <a:gd name="connsiteY2" fmla="*/ 1060077 h 1066800"/>
              <a:gd name="connsiteX3" fmla="*/ 0 w 10295595"/>
              <a:gd name="connsiteY3" fmla="*/ 1066800 h 1066800"/>
              <a:gd name="connsiteX4" fmla="*/ 0 w 10295595"/>
              <a:gd name="connsiteY4" fmla="*/ 0 h 1066800"/>
              <a:gd name="connsiteX0" fmla="*/ 0 w 10295595"/>
              <a:gd name="connsiteY0" fmla="*/ 0 h 1066801"/>
              <a:gd name="connsiteX1" fmla="*/ 10295595 w 10295595"/>
              <a:gd name="connsiteY1" fmla="*/ 0 h 1066801"/>
              <a:gd name="connsiteX2" fmla="*/ 9710649 w 10295595"/>
              <a:gd name="connsiteY2" fmla="*/ 1066801 h 1066801"/>
              <a:gd name="connsiteX3" fmla="*/ 0 w 10295595"/>
              <a:gd name="connsiteY3" fmla="*/ 1066800 h 1066801"/>
              <a:gd name="connsiteX4" fmla="*/ 0 w 10295595"/>
              <a:gd name="connsiteY4" fmla="*/ 0 h 10668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95595" h="1066801">
                <a:moveTo>
                  <a:pt x="0" y="0"/>
                </a:moveTo>
                <a:lnTo>
                  <a:pt x="10295595" y="0"/>
                </a:lnTo>
                <a:lnTo>
                  <a:pt x="9710649" y="1066801"/>
                </a:lnTo>
                <a:lnTo>
                  <a:pt x="0" y="1066800"/>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Mentale gezondheid</a:t>
            </a:r>
            <a:endParaRPr lang="nl-NL" sz="1800" b="1" noProof="0" dirty="0">
              <a:latin typeface="Century Gothic" panose="020B0502020202020204" pitchFamily="34" charset="0"/>
            </a:endParaRPr>
          </a:p>
        </p:txBody>
      </p:sp>
      <p:sp>
        <p:nvSpPr>
          <p:cNvPr id="3" name="Grafiek 2">
            <a:extLst>
              <a:ext uri="{FF2B5EF4-FFF2-40B4-BE49-F238E27FC236}">
                <a16:creationId xmlns:a16="http://schemas.microsoft.com/office/drawing/2014/main" id="{5F193AA4-09A3-CB31-87EE-2F190A925E48}"/>
              </a:ext>
            </a:extLst>
          </p:cNvPr>
          <p:cNvSpPr>
            <a:spLocks noGrp="1"/>
          </p:cNvSpPr>
          <p:nvPr>
            <p:ph type="chart" sz="quarter" idx="14"/>
          </p:nvPr>
        </p:nvSpPr>
        <p:spPr>
          <a:xfrm>
            <a:off x="6096000" y="1860960"/>
            <a:ext cx="5400000" cy="4320000"/>
          </a:xfrm>
          <a:prstGeom prst="rect">
            <a:avLst/>
          </a:prstGeom>
        </p:spPr>
        <p:txBody>
          <a:bodyPr/>
          <a:lstStyle>
            <a:lvl1pPr marL="0" indent="0">
              <a:buNone/>
              <a:defRPr/>
            </a:lvl1pPr>
          </a:lstStyle>
          <a:p>
            <a:endParaRPr lang="nl-NL" dirty="0"/>
          </a:p>
        </p:txBody>
      </p:sp>
      <p:sp>
        <p:nvSpPr>
          <p:cNvPr id="5" name="Grafiek 1">
            <a:extLst>
              <a:ext uri="{FF2B5EF4-FFF2-40B4-BE49-F238E27FC236}">
                <a16:creationId xmlns:a16="http://schemas.microsoft.com/office/drawing/2014/main" id="{17069FB9-1CAC-9FEB-25C3-FB8E804B1CA5}"/>
              </a:ext>
            </a:extLst>
          </p:cNvPr>
          <p:cNvSpPr>
            <a:spLocks noGrp="1"/>
          </p:cNvSpPr>
          <p:nvPr>
            <p:ph type="chart" sz="quarter" idx="15"/>
          </p:nvPr>
        </p:nvSpPr>
        <p:spPr>
          <a:xfrm>
            <a:off x="1259794" y="1860960"/>
            <a:ext cx="3960000" cy="4320000"/>
          </a:xfrm>
          <a:prstGeom prst="rect">
            <a:avLst/>
          </a:prstGeom>
        </p:spPr>
        <p:txBody>
          <a:bodyPr/>
          <a:lstStyle>
            <a:lvl1pPr marL="0" indent="0">
              <a:buNone/>
              <a:defRPr/>
            </a:lvl1pPr>
          </a:lstStyle>
          <a:p>
            <a:endParaRPr lang="nl-NL" dirty="0"/>
          </a:p>
        </p:txBody>
      </p:sp>
    </p:spTree>
    <p:extLst>
      <p:ext uri="{BB962C8B-B14F-4D97-AF65-F5344CB8AC3E}">
        <p14:creationId xmlns:p14="http://schemas.microsoft.com/office/powerpoint/2010/main" val="18010026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ezin">
    <p:spTree>
      <p:nvGrpSpPr>
        <p:cNvPr id="1" name=""/>
        <p:cNvGrpSpPr/>
        <p:nvPr/>
      </p:nvGrpSpPr>
      <p:grpSpPr>
        <a:xfrm>
          <a:off x="0" y="0"/>
          <a:ext cx="0" cy="0"/>
          <a:chOff x="0" y="0"/>
          <a:chExt cx="0" cy="0"/>
        </a:xfrm>
      </p:grpSpPr>
      <p:sp>
        <p:nvSpPr>
          <p:cNvPr id="7" name="Titelblok">
            <a:extLst>
              <a:ext uri="{FF2B5EF4-FFF2-40B4-BE49-F238E27FC236}">
                <a16:creationId xmlns:a16="http://schemas.microsoft.com/office/drawing/2014/main" id="{A53C9265-3CEF-A2C1-7746-C8CDC77B0852}"/>
              </a:ext>
            </a:extLst>
          </p:cNvPr>
          <p:cNvSpPr/>
          <p:nvPr userDrawn="1"/>
        </p:nvSpPr>
        <p:spPr>
          <a:xfrm>
            <a:off x="0" y="0"/>
            <a:ext cx="10295595" cy="1066801"/>
          </a:xfrm>
          <a:custGeom>
            <a:avLst/>
            <a:gdLst>
              <a:gd name="connsiteX0" fmla="*/ 0 w 10295595"/>
              <a:gd name="connsiteY0" fmla="*/ 0 h 1066800"/>
              <a:gd name="connsiteX1" fmla="*/ 10295595 w 10295595"/>
              <a:gd name="connsiteY1" fmla="*/ 0 h 1066800"/>
              <a:gd name="connsiteX2" fmla="*/ 10295595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37543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10649 w 10295595"/>
              <a:gd name="connsiteY2" fmla="*/ 1060077 h 1066800"/>
              <a:gd name="connsiteX3" fmla="*/ 0 w 10295595"/>
              <a:gd name="connsiteY3" fmla="*/ 1066800 h 1066800"/>
              <a:gd name="connsiteX4" fmla="*/ 0 w 10295595"/>
              <a:gd name="connsiteY4" fmla="*/ 0 h 1066800"/>
              <a:gd name="connsiteX0" fmla="*/ 0 w 10295595"/>
              <a:gd name="connsiteY0" fmla="*/ 0 h 1066801"/>
              <a:gd name="connsiteX1" fmla="*/ 10295595 w 10295595"/>
              <a:gd name="connsiteY1" fmla="*/ 0 h 1066801"/>
              <a:gd name="connsiteX2" fmla="*/ 9710649 w 10295595"/>
              <a:gd name="connsiteY2" fmla="*/ 1066801 h 1066801"/>
              <a:gd name="connsiteX3" fmla="*/ 0 w 10295595"/>
              <a:gd name="connsiteY3" fmla="*/ 1066800 h 1066801"/>
              <a:gd name="connsiteX4" fmla="*/ 0 w 10295595"/>
              <a:gd name="connsiteY4" fmla="*/ 0 h 10668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95595" h="1066801">
                <a:moveTo>
                  <a:pt x="0" y="0"/>
                </a:moveTo>
                <a:lnTo>
                  <a:pt x="10295595" y="0"/>
                </a:lnTo>
                <a:lnTo>
                  <a:pt x="9710649" y="1066801"/>
                </a:lnTo>
                <a:lnTo>
                  <a:pt x="0" y="1066800"/>
                </a:lnTo>
                <a:lnTo>
                  <a:pt x="0" y="0"/>
                </a:lnTo>
                <a:close/>
              </a:path>
            </a:pathLst>
          </a:cu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marL="0" indent="270272" algn="l"/>
            <a:r>
              <a:rPr lang="nl-NL" sz="2400" b="1" noProof="0" dirty="0">
                <a:latin typeface="Century Gothic" panose="020B0502020202020204" pitchFamily="34" charset="0"/>
              </a:rPr>
              <a:t>Gezin</a:t>
            </a:r>
            <a:endParaRPr lang="nl-NL" sz="1800" b="1" noProof="0" dirty="0">
              <a:latin typeface="Century Gothic" panose="020B0502020202020204" pitchFamily="34" charset="0"/>
            </a:endParaRPr>
          </a:p>
        </p:txBody>
      </p:sp>
      <p:cxnSp>
        <p:nvCxnSpPr>
          <p:cNvPr id="3" name="Rechte verbindingslijn 1">
            <a:extLst>
              <a:ext uri="{FF2B5EF4-FFF2-40B4-BE49-F238E27FC236}">
                <a16:creationId xmlns:a16="http://schemas.microsoft.com/office/drawing/2014/main" id="{56C8CA6E-C8DD-E4C7-9E4F-2F5B8DAB31DF}"/>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4" name="Grafiek 4">
            <a:extLst>
              <a:ext uri="{FF2B5EF4-FFF2-40B4-BE49-F238E27FC236}">
                <a16:creationId xmlns:a16="http://schemas.microsoft.com/office/drawing/2014/main" id="{E5A62323-24A9-E383-542D-BC2A84B03789}"/>
              </a:ext>
            </a:extLst>
          </p:cNvPr>
          <p:cNvSpPr>
            <a:spLocks noGrp="1"/>
          </p:cNvSpPr>
          <p:nvPr>
            <p:ph type="chart" sz="quarter" idx="21"/>
          </p:nvPr>
        </p:nvSpPr>
        <p:spPr>
          <a:xfrm>
            <a:off x="4366163" y="4204800"/>
            <a:ext cx="5400000" cy="2160000"/>
          </a:xfrm>
          <a:prstGeom prst="rect">
            <a:avLst/>
          </a:prstGeom>
        </p:spPr>
        <p:txBody>
          <a:bodyPr/>
          <a:lstStyle>
            <a:lvl1pPr marL="0" indent="0">
              <a:buNone/>
              <a:defRPr sz="3200"/>
            </a:lvl1pPr>
          </a:lstStyle>
          <a:p>
            <a:endParaRPr lang="nl-NL" dirty="0"/>
          </a:p>
        </p:txBody>
      </p:sp>
      <p:sp>
        <p:nvSpPr>
          <p:cNvPr id="5" name="Grafiek 3">
            <a:extLst>
              <a:ext uri="{FF2B5EF4-FFF2-40B4-BE49-F238E27FC236}">
                <a16:creationId xmlns:a16="http://schemas.microsoft.com/office/drawing/2014/main" id="{DD6F7664-0AB6-560D-F884-E70A6131B11E}"/>
              </a:ext>
            </a:extLst>
          </p:cNvPr>
          <p:cNvSpPr>
            <a:spLocks noGrp="1"/>
          </p:cNvSpPr>
          <p:nvPr>
            <p:ph type="chart" sz="quarter" idx="17"/>
          </p:nvPr>
        </p:nvSpPr>
        <p:spPr>
          <a:xfrm>
            <a:off x="4366161" y="1519199"/>
            <a:ext cx="5400000" cy="2160000"/>
          </a:xfrm>
          <a:prstGeom prst="rect">
            <a:avLst/>
          </a:prstGeom>
        </p:spPr>
        <p:txBody>
          <a:bodyPr/>
          <a:lstStyle>
            <a:lvl1pPr marL="0" indent="0">
              <a:buNone/>
              <a:defRPr sz="3200"/>
            </a:lvl1pPr>
          </a:lstStyle>
          <a:p>
            <a:endParaRPr lang="nl-NL"/>
          </a:p>
        </p:txBody>
      </p:sp>
      <p:sp>
        <p:nvSpPr>
          <p:cNvPr id="6" name="Grafiek 2">
            <a:extLst>
              <a:ext uri="{FF2B5EF4-FFF2-40B4-BE49-F238E27FC236}">
                <a16:creationId xmlns:a16="http://schemas.microsoft.com/office/drawing/2014/main" id="{EDF82BE3-44CA-6FC8-56B4-B666976AB7B7}"/>
              </a:ext>
            </a:extLst>
          </p:cNvPr>
          <p:cNvSpPr>
            <a:spLocks noGrp="1"/>
          </p:cNvSpPr>
          <p:nvPr>
            <p:ph type="chart" sz="quarter" idx="22"/>
          </p:nvPr>
        </p:nvSpPr>
        <p:spPr>
          <a:xfrm>
            <a:off x="454514" y="4204800"/>
            <a:ext cx="3456000" cy="2160000"/>
          </a:xfrm>
          <a:prstGeom prst="rect">
            <a:avLst/>
          </a:prstGeom>
        </p:spPr>
        <p:txBody>
          <a:bodyPr/>
          <a:lstStyle>
            <a:lvl1pPr marL="0" indent="0">
              <a:buNone/>
              <a:defRPr sz="3200"/>
            </a:lvl1pPr>
          </a:lstStyle>
          <a:p>
            <a:endParaRPr lang="nl-NL" dirty="0"/>
          </a:p>
        </p:txBody>
      </p:sp>
      <p:sp>
        <p:nvSpPr>
          <p:cNvPr id="8" name="Grafiek 1">
            <a:extLst>
              <a:ext uri="{FF2B5EF4-FFF2-40B4-BE49-F238E27FC236}">
                <a16:creationId xmlns:a16="http://schemas.microsoft.com/office/drawing/2014/main" id="{8AC7E28E-EA69-8979-7697-0FDA90428B37}"/>
              </a:ext>
            </a:extLst>
          </p:cNvPr>
          <p:cNvSpPr>
            <a:spLocks noGrp="1"/>
          </p:cNvSpPr>
          <p:nvPr>
            <p:ph type="chart" sz="quarter" idx="23"/>
          </p:nvPr>
        </p:nvSpPr>
        <p:spPr>
          <a:xfrm>
            <a:off x="454514" y="1519199"/>
            <a:ext cx="3456000" cy="2160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32532584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ezin 2">
    <p:spTree>
      <p:nvGrpSpPr>
        <p:cNvPr id="1" name=""/>
        <p:cNvGrpSpPr/>
        <p:nvPr/>
      </p:nvGrpSpPr>
      <p:grpSpPr>
        <a:xfrm>
          <a:off x="0" y="0"/>
          <a:ext cx="0" cy="0"/>
          <a:chOff x="0" y="0"/>
          <a:chExt cx="0" cy="0"/>
        </a:xfrm>
      </p:grpSpPr>
      <p:sp>
        <p:nvSpPr>
          <p:cNvPr id="7" name="Titelblok">
            <a:extLst>
              <a:ext uri="{FF2B5EF4-FFF2-40B4-BE49-F238E27FC236}">
                <a16:creationId xmlns:a16="http://schemas.microsoft.com/office/drawing/2014/main" id="{A53C9265-3CEF-A2C1-7746-C8CDC77B0852}"/>
              </a:ext>
            </a:extLst>
          </p:cNvPr>
          <p:cNvSpPr/>
          <p:nvPr userDrawn="1"/>
        </p:nvSpPr>
        <p:spPr>
          <a:xfrm>
            <a:off x="0" y="0"/>
            <a:ext cx="10295595" cy="1066801"/>
          </a:xfrm>
          <a:custGeom>
            <a:avLst/>
            <a:gdLst>
              <a:gd name="connsiteX0" fmla="*/ 0 w 10295595"/>
              <a:gd name="connsiteY0" fmla="*/ 0 h 1066800"/>
              <a:gd name="connsiteX1" fmla="*/ 10295595 w 10295595"/>
              <a:gd name="connsiteY1" fmla="*/ 0 h 1066800"/>
              <a:gd name="connsiteX2" fmla="*/ 10295595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37543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10649 w 10295595"/>
              <a:gd name="connsiteY2" fmla="*/ 1060077 h 1066800"/>
              <a:gd name="connsiteX3" fmla="*/ 0 w 10295595"/>
              <a:gd name="connsiteY3" fmla="*/ 1066800 h 1066800"/>
              <a:gd name="connsiteX4" fmla="*/ 0 w 10295595"/>
              <a:gd name="connsiteY4" fmla="*/ 0 h 1066800"/>
              <a:gd name="connsiteX0" fmla="*/ 0 w 10295595"/>
              <a:gd name="connsiteY0" fmla="*/ 0 h 1066801"/>
              <a:gd name="connsiteX1" fmla="*/ 10295595 w 10295595"/>
              <a:gd name="connsiteY1" fmla="*/ 0 h 1066801"/>
              <a:gd name="connsiteX2" fmla="*/ 9710649 w 10295595"/>
              <a:gd name="connsiteY2" fmla="*/ 1066801 h 1066801"/>
              <a:gd name="connsiteX3" fmla="*/ 0 w 10295595"/>
              <a:gd name="connsiteY3" fmla="*/ 1066800 h 1066801"/>
              <a:gd name="connsiteX4" fmla="*/ 0 w 10295595"/>
              <a:gd name="connsiteY4" fmla="*/ 0 h 10668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95595" h="1066801">
                <a:moveTo>
                  <a:pt x="0" y="0"/>
                </a:moveTo>
                <a:lnTo>
                  <a:pt x="10295595" y="0"/>
                </a:lnTo>
                <a:lnTo>
                  <a:pt x="9710649" y="1066801"/>
                </a:lnTo>
                <a:lnTo>
                  <a:pt x="0" y="1066800"/>
                </a:lnTo>
                <a:lnTo>
                  <a:pt x="0" y="0"/>
                </a:lnTo>
                <a:close/>
              </a:path>
            </a:pathLst>
          </a:cu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marL="0" indent="270272" algn="l"/>
            <a:r>
              <a:rPr lang="nl-NL" sz="2400" b="1" noProof="0" dirty="0">
                <a:latin typeface="Century Gothic" panose="020B0502020202020204" pitchFamily="34" charset="0"/>
              </a:rPr>
              <a:t>Gezin</a:t>
            </a:r>
            <a:endParaRPr lang="nl-NL" sz="1800" b="1" noProof="0" dirty="0">
              <a:latin typeface="Century Gothic" panose="020B0502020202020204" pitchFamily="34" charset="0"/>
            </a:endParaRPr>
          </a:p>
        </p:txBody>
      </p:sp>
      <p:sp>
        <p:nvSpPr>
          <p:cNvPr id="2" name="Grafiek 2">
            <a:extLst>
              <a:ext uri="{FF2B5EF4-FFF2-40B4-BE49-F238E27FC236}">
                <a16:creationId xmlns:a16="http://schemas.microsoft.com/office/drawing/2014/main" id="{F64AA85D-C735-4864-540C-91D5497BC380}"/>
              </a:ext>
            </a:extLst>
          </p:cNvPr>
          <p:cNvSpPr>
            <a:spLocks noGrp="1"/>
          </p:cNvSpPr>
          <p:nvPr>
            <p:ph type="chart" sz="quarter" idx="14"/>
          </p:nvPr>
        </p:nvSpPr>
        <p:spPr>
          <a:xfrm>
            <a:off x="6096000" y="1860960"/>
            <a:ext cx="5400000" cy="4320000"/>
          </a:xfrm>
          <a:prstGeom prst="rect">
            <a:avLst/>
          </a:prstGeom>
        </p:spPr>
        <p:txBody>
          <a:bodyPr/>
          <a:lstStyle>
            <a:lvl1pPr marL="0" indent="0">
              <a:buNone/>
              <a:defRPr/>
            </a:lvl1pPr>
          </a:lstStyle>
          <a:p>
            <a:endParaRPr lang="nl-NL" dirty="0"/>
          </a:p>
        </p:txBody>
      </p:sp>
      <p:sp>
        <p:nvSpPr>
          <p:cNvPr id="5" name="Grafiek 1">
            <a:extLst>
              <a:ext uri="{FF2B5EF4-FFF2-40B4-BE49-F238E27FC236}">
                <a16:creationId xmlns:a16="http://schemas.microsoft.com/office/drawing/2014/main" id="{9008BE7C-6B2C-E28A-E632-4C452C71D5FA}"/>
              </a:ext>
            </a:extLst>
          </p:cNvPr>
          <p:cNvSpPr>
            <a:spLocks noGrp="1"/>
          </p:cNvSpPr>
          <p:nvPr>
            <p:ph type="chart" sz="quarter" idx="15"/>
          </p:nvPr>
        </p:nvSpPr>
        <p:spPr>
          <a:xfrm>
            <a:off x="1259794" y="1860960"/>
            <a:ext cx="3960000" cy="4320000"/>
          </a:xfrm>
          <a:prstGeom prst="rect">
            <a:avLst/>
          </a:prstGeom>
        </p:spPr>
        <p:txBody>
          <a:bodyPr/>
          <a:lstStyle>
            <a:lvl1pPr marL="0" indent="0">
              <a:buNone/>
              <a:defRPr/>
            </a:lvl1pPr>
          </a:lstStyle>
          <a:p>
            <a:endParaRPr lang="nl-NL" dirty="0"/>
          </a:p>
        </p:txBody>
      </p:sp>
    </p:spTree>
    <p:extLst>
      <p:ext uri="{BB962C8B-B14F-4D97-AF65-F5344CB8AC3E}">
        <p14:creationId xmlns:p14="http://schemas.microsoft.com/office/powerpoint/2010/main" val="27782636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chool">
    <p:spTree>
      <p:nvGrpSpPr>
        <p:cNvPr id="1" name=""/>
        <p:cNvGrpSpPr/>
        <p:nvPr/>
      </p:nvGrpSpPr>
      <p:grpSpPr>
        <a:xfrm>
          <a:off x="0" y="0"/>
          <a:ext cx="0" cy="0"/>
          <a:chOff x="0" y="0"/>
          <a:chExt cx="0" cy="0"/>
        </a:xfrm>
      </p:grpSpPr>
      <p:sp>
        <p:nvSpPr>
          <p:cNvPr id="7" name="Titelblok">
            <a:extLst>
              <a:ext uri="{FF2B5EF4-FFF2-40B4-BE49-F238E27FC236}">
                <a16:creationId xmlns:a16="http://schemas.microsoft.com/office/drawing/2014/main" id="{A53C9265-3CEF-A2C1-7746-C8CDC77B0852}"/>
              </a:ext>
            </a:extLst>
          </p:cNvPr>
          <p:cNvSpPr/>
          <p:nvPr userDrawn="1"/>
        </p:nvSpPr>
        <p:spPr>
          <a:xfrm>
            <a:off x="0" y="0"/>
            <a:ext cx="10295595" cy="1066801"/>
          </a:xfrm>
          <a:custGeom>
            <a:avLst/>
            <a:gdLst>
              <a:gd name="connsiteX0" fmla="*/ 0 w 10295595"/>
              <a:gd name="connsiteY0" fmla="*/ 0 h 1066800"/>
              <a:gd name="connsiteX1" fmla="*/ 10295595 w 10295595"/>
              <a:gd name="connsiteY1" fmla="*/ 0 h 1066800"/>
              <a:gd name="connsiteX2" fmla="*/ 10295595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37543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10649 w 10295595"/>
              <a:gd name="connsiteY2" fmla="*/ 1060077 h 1066800"/>
              <a:gd name="connsiteX3" fmla="*/ 0 w 10295595"/>
              <a:gd name="connsiteY3" fmla="*/ 1066800 h 1066800"/>
              <a:gd name="connsiteX4" fmla="*/ 0 w 10295595"/>
              <a:gd name="connsiteY4" fmla="*/ 0 h 1066800"/>
              <a:gd name="connsiteX0" fmla="*/ 0 w 10295595"/>
              <a:gd name="connsiteY0" fmla="*/ 0 h 1066801"/>
              <a:gd name="connsiteX1" fmla="*/ 10295595 w 10295595"/>
              <a:gd name="connsiteY1" fmla="*/ 0 h 1066801"/>
              <a:gd name="connsiteX2" fmla="*/ 9710649 w 10295595"/>
              <a:gd name="connsiteY2" fmla="*/ 1066801 h 1066801"/>
              <a:gd name="connsiteX3" fmla="*/ 0 w 10295595"/>
              <a:gd name="connsiteY3" fmla="*/ 1066800 h 1066801"/>
              <a:gd name="connsiteX4" fmla="*/ 0 w 10295595"/>
              <a:gd name="connsiteY4" fmla="*/ 0 h 10668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95595" h="1066801">
                <a:moveTo>
                  <a:pt x="0" y="0"/>
                </a:moveTo>
                <a:lnTo>
                  <a:pt x="10295595" y="0"/>
                </a:lnTo>
                <a:lnTo>
                  <a:pt x="9710649" y="1066801"/>
                </a:lnTo>
                <a:lnTo>
                  <a:pt x="0" y="1066800"/>
                </a:lnTo>
                <a:lnTo>
                  <a:pt x="0" y="0"/>
                </a:lnTo>
                <a:close/>
              </a:path>
            </a:pathLst>
          </a:custGeom>
          <a:solidFill>
            <a:schemeClr val="accent4"/>
          </a:solidFill>
          <a:ln>
            <a:noFill/>
          </a:ln>
        </p:spPr>
        <p:style>
          <a:lnRef idx="0">
            <a:scrgbClr r="0" g="0" b="0"/>
          </a:lnRef>
          <a:fillRef idx="0">
            <a:scrgbClr r="0" g="0" b="0"/>
          </a:fillRef>
          <a:effectRef idx="0">
            <a:scrgbClr r="0" g="0" b="0"/>
          </a:effectRef>
          <a:fontRef idx="minor">
            <a:schemeClr val="lt1"/>
          </a:fontRef>
        </p:style>
        <p:txBody>
          <a:bodyPr rtlCol="0" anchor="ctr"/>
          <a:lstStyle/>
          <a:p>
            <a:pPr marL="0" indent="270272" algn="l"/>
            <a:r>
              <a:rPr lang="nl-NL" sz="2400" b="1" noProof="0" dirty="0">
                <a:latin typeface="Century Gothic" panose="020B0502020202020204" pitchFamily="34" charset="0"/>
              </a:rPr>
              <a:t>School</a:t>
            </a:r>
            <a:endParaRPr lang="nl-NL" sz="1800" b="1" noProof="0" dirty="0">
              <a:latin typeface="Century Gothic" panose="020B0502020202020204" pitchFamily="34" charset="0"/>
            </a:endParaRPr>
          </a:p>
        </p:txBody>
      </p:sp>
      <p:cxnSp>
        <p:nvCxnSpPr>
          <p:cNvPr id="3" name="Rechte verbindingslijn 1">
            <a:extLst>
              <a:ext uri="{FF2B5EF4-FFF2-40B4-BE49-F238E27FC236}">
                <a16:creationId xmlns:a16="http://schemas.microsoft.com/office/drawing/2014/main" id="{9AF48131-3415-6F18-82EA-A7896B2FF722}"/>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4" name="Grafiek 4">
            <a:extLst>
              <a:ext uri="{FF2B5EF4-FFF2-40B4-BE49-F238E27FC236}">
                <a16:creationId xmlns:a16="http://schemas.microsoft.com/office/drawing/2014/main" id="{310E4352-31FF-44EB-5021-279E162058B9}"/>
              </a:ext>
            </a:extLst>
          </p:cNvPr>
          <p:cNvSpPr>
            <a:spLocks noGrp="1"/>
          </p:cNvSpPr>
          <p:nvPr>
            <p:ph type="chart" sz="quarter" idx="21"/>
          </p:nvPr>
        </p:nvSpPr>
        <p:spPr>
          <a:xfrm>
            <a:off x="4366163" y="4204800"/>
            <a:ext cx="5400000" cy="2160000"/>
          </a:xfrm>
          <a:prstGeom prst="rect">
            <a:avLst/>
          </a:prstGeom>
        </p:spPr>
        <p:txBody>
          <a:bodyPr/>
          <a:lstStyle>
            <a:lvl1pPr marL="0" indent="0">
              <a:buNone/>
              <a:defRPr sz="3200"/>
            </a:lvl1pPr>
          </a:lstStyle>
          <a:p>
            <a:endParaRPr lang="nl-NL" dirty="0"/>
          </a:p>
        </p:txBody>
      </p:sp>
      <p:sp>
        <p:nvSpPr>
          <p:cNvPr id="5" name="Grafiek 3">
            <a:extLst>
              <a:ext uri="{FF2B5EF4-FFF2-40B4-BE49-F238E27FC236}">
                <a16:creationId xmlns:a16="http://schemas.microsoft.com/office/drawing/2014/main" id="{549FA444-6519-F015-40E7-530F58844B81}"/>
              </a:ext>
            </a:extLst>
          </p:cNvPr>
          <p:cNvSpPr>
            <a:spLocks noGrp="1"/>
          </p:cNvSpPr>
          <p:nvPr>
            <p:ph type="chart" sz="quarter" idx="17"/>
          </p:nvPr>
        </p:nvSpPr>
        <p:spPr>
          <a:xfrm>
            <a:off x="4366161" y="1519199"/>
            <a:ext cx="5400000" cy="2160000"/>
          </a:xfrm>
          <a:prstGeom prst="rect">
            <a:avLst/>
          </a:prstGeom>
        </p:spPr>
        <p:txBody>
          <a:bodyPr/>
          <a:lstStyle>
            <a:lvl1pPr marL="0" indent="0">
              <a:buNone/>
              <a:defRPr sz="3200"/>
            </a:lvl1pPr>
          </a:lstStyle>
          <a:p>
            <a:endParaRPr lang="nl-NL"/>
          </a:p>
        </p:txBody>
      </p:sp>
      <p:sp>
        <p:nvSpPr>
          <p:cNvPr id="6" name="Grafiek 2">
            <a:extLst>
              <a:ext uri="{FF2B5EF4-FFF2-40B4-BE49-F238E27FC236}">
                <a16:creationId xmlns:a16="http://schemas.microsoft.com/office/drawing/2014/main" id="{F67D3483-9559-7D5C-8A22-30732942E8F9}"/>
              </a:ext>
            </a:extLst>
          </p:cNvPr>
          <p:cNvSpPr>
            <a:spLocks noGrp="1"/>
          </p:cNvSpPr>
          <p:nvPr>
            <p:ph type="chart" sz="quarter" idx="22"/>
          </p:nvPr>
        </p:nvSpPr>
        <p:spPr>
          <a:xfrm>
            <a:off x="454514" y="4204800"/>
            <a:ext cx="3456000" cy="2160000"/>
          </a:xfrm>
          <a:prstGeom prst="rect">
            <a:avLst/>
          </a:prstGeom>
        </p:spPr>
        <p:txBody>
          <a:bodyPr/>
          <a:lstStyle>
            <a:lvl1pPr marL="0" indent="0">
              <a:buNone/>
              <a:defRPr sz="3200"/>
            </a:lvl1pPr>
          </a:lstStyle>
          <a:p>
            <a:endParaRPr lang="nl-NL" dirty="0"/>
          </a:p>
        </p:txBody>
      </p:sp>
      <p:sp>
        <p:nvSpPr>
          <p:cNvPr id="8" name="Grafiek 1">
            <a:extLst>
              <a:ext uri="{FF2B5EF4-FFF2-40B4-BE49-F238E27FC236}">
                <a16:creationId xmlns:a16="http://schemas.microsoft.com/office/drawing/2014/main" id="{970EE836-F25C-DF4F-5C39-4E6A87FBE76D}"/>
              </a:ext>
            </a:extLst>
          </p:cNvPr>
          <p:cNvSpPr>
            <a:spLocks noGrp="1"/>
          </p:cNvSpPr>
          <p:nvPr>
            <p:ph type="chart" sz="quarter" idx="23"/>
          </p:nvPr>
        </p:nvSpPr>
        <p:spPr>
          <a:xfrm>
            <a:off x="454514" y="1519199"/>
            <a:ext cx="3456000" cy="2160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8305882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chool 2">
    <p:spTree>
      <p:nvGrpSpPr>
        <p:cNvPr id="1" name=""/>
        <p:cNvGrpSpPr/>
        <p:nvPr/>
      </p:nvGrpSpPr>
      <p:grpSpPr>
        <a:xfrm>
          <a:off x="0" y="0"/>
          <a:ext cx="0" cy="0"/>
          <a:chOff x="0" y="0"/>
          <a:chExt cx="0" cy="0"/>
        </a:xfrm>
      </p:grpSpPr>
      <p:sp>
        <p:nvSpPr>
          <p:cNvPr id="7" name="Titelblok">
            <a:extLst>
              <a:ext uri="{FF2B5EF4-FFF2-40B4-BE49-F238E27FC236}">
                <a16:creationId xmlns:a16="http://schemas.microsoft.com/office/drawing/2014/main" id="{A53C9265-3CEF-A2C1-7746-C8CDC77B0852}"/>
              </a:ext>
            </a:extLst>
          </p:cNvPr>
          <p:cNvSpPr/>
          <p:nvPr userDrawn="1"/>
        </p:nvSpPr>
        <p:spPr>
          <a:xfrm>
            <a:off x="0" y="0"/>
            <a:ext cx="10295595" cy="1066801"/>
          </a:xfrm>
          <a:custGeom>
            <a:avLst/>
            <a:gdLst>
              <a:gd name="connsiteX0" fmla="*/ 0 w 10295595"/>
              <a:gd name="connsiteY0" fmla="*/ 0 h 1066800"/>
              <a:gd name="connsiteX1" fmla="*/ 10295595 w 10295595"/>
              <a:gd name="connsiteY1" fmla="*/ 0 h 1066800"/>
              <a:gd name="connsiteX2" fmla="*/ 10295595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37543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10649 w 10295595"/>
              <a:gd name="connsiteY2" fmla="*/ 1060077 h 1066800"/>
              <a:gd name="connsiteX3" fmla="*/ 0 w 10295595"/>
              <a:gd name="connsiteY3" fmla="*/ 1066800 h 1066800"/>
              <a:gd name="connsiteX4" fmla="*/ 0 w 10295595"/>
              <a:gd name="connsiteY4" fmla="*/ 0 h 1066800"/>
              <a:gd name="connsiteX0" fmla="*/ 0 w 10295595"/>
              <a:gd name="connsiteY0" fmla="*/ 0 h 1066801"/>
              <a:gd name="connsiteX1" fmla="*/ 10295595 w 10295595"/>
              <a:gd name="connsiteY1" fmla="*/ 0 h 1066801"/>
              <a:gd name="connsiteX2" fmla="*/ 9710649 w 10295595"/>
              <a:gd name="connsiteY2" fmla="*/ 1066801 h 1066801"/>
              <a:gd name="connsiteX3" fmla="*/ 0 w 10295595"/>
              <a:gd name="connsiteY3" fmla="*/ 1066800 h 1066801"/>
              <a:gd name="connsiteX4" fmla="*/ 0 w 10295595"/>
              <a:gd name="connsiteY4" fmla="*/ 0 h 10668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95595" h="1066801">
                <a:moveTo>
                  <a:pt x="0" y="0"/>
                </a:moveTo>
                <a:lnTo>
                  <a:pt x="10295595" y="0"/>
                </a:lnTo>
                <a:lnTo>
                  <a:pt x="9710649" y="1066801"/>
                </a:lnTo>
                <a:lnTo>
                  <a:pt x="0" y="1066800"/>
                </a:lnTo>
                <a:lnTo>
                  <a:pt x="0" y="0"/>
                </a:lnTo>
                <a:close/>
              </a:path>
            </a:pathLst>
          </a:custGeom>
          <a:solidFill>
            <a:schemeClr val="accent4"/>
          </a:solidFill>
          <a:ln>
            <a:noFill/>
          </a:ln>
        </p:spPr>
        <p:style>
          <a:lnRef idx="0">
            <a:scrgbClr r="0" g="0" b="0"/>
          </a:lnRef>
          <a:fillRef idx="0">
            <a:scrgbClr r="0" g="0" b="0"/>
          </a:fillRef>
          <a:effectRef idx="0">
            <a:scrgbClr r="0" g="0" b="0"/>
          </a:effectRef>
          <a:fontRef idx="minor">
            <a:schemeClr val="lt1"/>
          </a:fontRef>
        </p:style>
        <p:txBody>
          <a:bodyPr rtlCol="0" anchor="ctr"/>
          <a:lstStyle/>
          <a:p>
            <a:pPr marL="0" indent="270272" algn="l"/>
            <a:r>
              <a:rPr lang="nl-NL" sz="2400" b="1" noProof="0" dirty="0">
                <a:latin typeface="Century Gothic" panose="020B0502020202020204" pitchFamily="34" charset="0"/>
              </a:rPr>
              <a:t>School</a:t>
            </a:r>
            <a:endParaRPr lang="nl-NL" sz="1800" b="1" noProof="0" dirty="0">
              <a:latin typeface="Century Gothic" panose="020B0502020202020204" pitchFamily="34" charset="0"/>
            </a:endParaRPr>
          </a:p>
        </p:txBody>
      </p:sp>
      <p:sp>
        <p:nvSpPr>
          <p:cNvPr id="2" name="Grafiek 2">
            <a:extLst>
              <a:ext uri="{FF2B5EF4-FFF2-40B4-BE49-F238E27FC236}">
                <a16:creationId xmlns:a16="http://schemas.microsoft.com/office/drawing/2014/main" id="{B506A536-0E45-CA74-5422-F8A3CD3C9A7D}"/>
              </a:ext>
            </a:extLst>
          </p:cNvPr>
          <p:cNvSpPr>
            <a:spLocks noGrp="1"/>
          </p:cNvSpPr>
          <p:nvPr>
            <p:ph type="chart" sz="quarter" idx="14"/>
          </p:nvPr>
        </p:nvSpPr>
        <p:spPr>
          <a:xfrm>
            <a:off x="6096000" y="1860960"/>
            <a:ext cx="5400000" cy="4320000"/>
          </a:xfrm>
          <a:prstGeom prst="rect">
            <a:avLst/>
          </a:prstGeom>
        </p:spPr>
        <p:txBody>
          <a:bodyPr/>
          <a:lstStyle>
            <a:lvl1pPr marL="0" indent="0">
              <a:buNone/>
              <a:defRPr/>
            </a:lvl1pPr>
          </a:lstStyle>
          <a:p>
            <a:endParaRPr lang="nl-NL" dirty="0"/>
          </a:p>
        </p:txBody>
      </p:sp>
      <p:sp>
        <p:nvSpPr>
          <p:cNvPr id="5" name="Grafiek 1">
            <a:extLst>
              <a:ext uri="{FF2B5EF4-FFF2-40B4-BE49-F238E27FC236}">
                <a16:creationId xmlns:a16="http://schemas.microsoft.com/office/drawing/2014/main" id="{85770C32-B5EA-BA65-04AD-F37482F6E224}"/>
              </a:ext>
            </a:extLst>
          </p:cNvPr>
          <p:cNvSpPr>
            <a:spLocks noGrp="1"/>
          </p:cNvSpPr>
          <p:nvPr>
            <p:ph type="chart" sz="quarter" idx="15"/>
          </p:nvPr>
        </p:nvSpPr>
        <p:spPr>
          <a:xfrm>
            <a:off x="1259794" y="1860960"/>
            <a:ext cx="3960000" cy="4320000"/>
          </a:xfrm>
          <a:prstGeom prst="rect">
            <a:avLst/>
          </a:prstGeom>
        </p:spPr>
        <p:txBody>
          <a:bodyPr/>
          <a:lstStyle>
            <a:lvl1pPr marL="0" indent="0">
              <a:buNone/>
              <a:defRPr/>
            </a:lvl1pPr>
          </a:lstStyle>
          <a:p>
            <a:endParaRPr lang="nl-NL" dirty="0"/>
          </a:p>
        </p:txBody>
      </p:sp>
    </p:spTree>
    <p:extLst>
      <p:ext uri="{BB962C8B-B14F-4D97-AF65-F5344CB8AC3E}">
        <p14:creationId xmlns:p14="http://schemas.microsoft.com/office/powerpoint/2010/main" val="8350857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Leeftijdsgenoten">
    <p:spTree>
      <p:nvGrpSpPr>
        <p:cNvPr id="1" name=""/>
        <p:cNvGrpSpPr/>
        <p:nvPr/>
      </p:nvGrpSpPr>
      <p:grpSpPr>
        <a:xfrm>
          <a:off x="0" y="0"/>
          <a:ext cx="0" cy="0"/>
          <a:chOff x="0" y="0"/>
          <a:chExt cx="0" cy="0"/>
        </a:xfrm>
      </p:grpSpPr>
      <p:sp>
        <p:nvSpPr>
          <p:cNvPr id="7" name="Titelblok">
            <a:extLst>
              <a:ext uri="{FF2B5EF4-FFF2-40B4-BE49-F238E27FC236}">
                <a16:creationId xmlns:a16="http://schemas.microsoft.com/office/drawing/2014/main" id="{A53C9265-3CEF-A2C1-7746-C8CDC77B0852}"/>
              </a:ext>
            </a:extLst>
          </p:cNvPr>
          <p:cNvSpPr/>
          <p:nvPr userDrawn="1"/>
        </p:nvSpPr>
        <p:spPr>
          <a:xfrm>
            <a:off x="0" y="0"/>
            <a:ext cx="10295595" cy="1066801"/>
          </a:xfrm>
          <a:custGeom>
            <a:avLst/>
            <a:gdLst>
              <a:gd name="connsiteX0" fmla="*/ 0 w 10295595"/>
              <a:gd name="connsiteY0" fmla="*/ 0 h 1066800"/>
              <a:gd name="connsiteX1" fmla="*/ 10295595 w 10295595"/>
              <a:gd name="connsiteY1" fmla="*/ 0 h 1066800"/>
              <a:gd name="connsiteX2" fmla="*/ 10295595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37543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10649 w 10295595"/>
              <a:gd name="connsiteY2" fmla="*/ 1060077 h 1066800"/>
              <a:gd name="connsiteX3" fmla="*/ 0 w 10295595"/>
              <a:gd name="connsiteY3" fmla="*/ 1066800 h 1066800"/>
              <a:gd name="connsiteX4" fmla="*/ 0 w 10295595"/>
              <a:gd name="connsiteY4" fmla="*/ 0 h 1066800"/>
              <a:gd name="connsiteX0" fmla="*/ 0 w 10295595"/>
              <a:gd name="connsiteY0" fmla="*/ 0 h 1066801"/>
              <a:gd name="connsiteX1" fmla="*/ 10295595 w 10295595"/>
              <a:gd name="connsiteY1" fmla="*/ 0 h 1066801"/>
              <a:gd name="connsiteX2" fmla="*/ 9710649 w 10295595"/>
              <a:gd name="connsiteY2" fmla="*/ 1066801 h 1066801"/>
              <a:gd name="connsiteX3" fmla="*/ 0 w 10295595"/>
              <a:gd name="connsiteY3" fmla="*/ 1066800 h 1066801"/>
              <a:gd name="connsiteX4" fmla="*/ 0 w 10295595"/>
              <a:gd name="connsiteY4" fmla="*/ 0 h 10668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95595" h="1066801">
                <a:moveTo>
                  <a:pt x="0" y="0"/>
                </a:moveTo>
                <a:lnTo>
                  <a:pt x="10295595" y="0"/>
                </a:lnTo>
                <a:lnTo>
                  <a:pt x="9710649" y="1066801"/>
                </a:lnTo>
                <a:lnTo>
                  <a:pt x="0" y="1066800"/>
                </a:lnTo>
                <a:lnTo>
                  <a:pt x="0" y="0"/>
                </a:lnTo>
                <a:close/>
              </a:path>
            </a:pathLst>
          </a:cu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marL="0" indent="270272" algn="l"/>
            <a:r>
              <a:rPr lang="nl-NL" sz="2400" b="1" noProof="0" dirty="0">
                <a:latin typeface="Century Gothic" panose="020B0502020202020204" pitchFamily="34" charset="0"/>
              </a:rPr>
              <a:t>Leeftijdsgenoten</a:t>
            </a:r>
            <a:endParaRPr lang="nl-NL" sz="1800" b="1" noProof="0" dirty="0">
              <a:latin typeface="Century Gothic" panose="020B0502020202020204" pitchFamily="34" charset="0"/>
            </a:endParaRPr>
          </a:p>
        </p:txBody>
      </p:sp>
      <p:cxnSp>
        <p:nvCxnSpPr>
          <p:cNvPr id="3" name="Rechte verbindingslijn 1">
            <a:extLst>
              <a:ext uri="{FF2B5EF4-FFF2-40B4-BE49-F238E27FC236}">
                <a16:creationId xmlns:a16="http://schemas.microsoft.com/office/drawing/2014/main" id="{2BF7F8DD-F476-16F9-EDE2-0FE5A9ACE6A1}"/>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4" name="Grafiek 4">
            <a:extLst>
              <a:ext uri="{FF2B5EF4-FFF2-40B4-BE49-F238E27FC236}">
                <a16:creationId xmlns:a16="http://schemas.microsoft.com/office/drawing/2014/main" id="{C297A7E1-6E15-F8CA-B443-A9B04CFA197E}"/>
              </a:ext>
            </a:extLst>
          </p:cNvPr>
          <p:cNvSpPr>
            <a:spLocks noGrp="1"/>
          </p:cNvSpPr>
          <p:nvPr>
            <p:ph type="chart" sz="quarter" idx="21"/>
          </p:nvPr>
        </p:nvSpPr>
        <p:spPr>
          <a:xfrm>
            <a:off x="4366163" y="4204800"/>
            <a:ext cx="5400000" cy="2160000"/>
          </a:xfrm>
          <a:prstGeom prst="rect">
            <a:avLst/>
          </a:prstGeom>
        </p:spPr>
        <p:txBody>
          <a:bodyPr/>
          <a:lstStyle>
            <a:lvl1pPr marL="0" indent="0">
              <a:buNone/>
              <a:defRPr sz="3200"/>
            </a:lvl1pPr>
          </a:lstStyle>
          <a:p>
            <a:endParaRPr lang="nl-NL" dirty="0"/>
          </a:p>
        </p:txBody>
      </p:sp>
      <p:sp>
        <p:nvSpPr>
          <p:cNvPr id="5" name="Grafiek 3">
            <a:extLst>
              <a:ext uri="{FF2B5EF4-FFF2-40B4-BE49-F238E27FC236}">
                <a16:creationId xmlns:a16="http://schemas.microsoft.com/office/drawing/2014/main" id="{B2ECB286-47B4-17AE-F2C6-05C4DB5A171D}"/>
              </a:ext>
            </a:extLst>
          </p:cNvPr>
          <p:cNvSpPr>
            <a:spLocks noGrp="1"/>
          </p:cNvSpPr>
          <p:nvPr>
            <p:ph type="chart" sz="quarter" idx="17"/>
          </p:nvPr>
        </p:nvSpPr>
        <p:spPr>
          <a:xfrm>
            <a:off x="4366161" y="1519199"/>
            <a:ext cx="5400000" cy="2160000"/>
          </a:xfrm>
          <a:prstGeom prst="rect">
            <a:avLst/>
          </a:prstGeom>
        </p:spPr>
        <p:txBody>
          <a:bodyPr/>
          <a:lstStyle>
            <a:lvl1pPr marL="0" indent="0">
              <a:buNone/>
              <a:defRPr sz="3200"/>
            </a:lvl1pPr>
          </a:lstStyle>
          <a:p>
            <a:endParaRPr lang="nl-NL"/>
          </a:p>
        </p:txBody>
      </p:sp>
      <p:sp>
        <p:nvSpPr>
          <p:cNvPr id="6" name="Grafiek 2">
            <a:extLst>
              <a:ext uri="{FF2B5EF4-FFF2-40B4-BE49-F238E27FC236}">
                <a16:creationId xmlns:a16="http://schemas.microsoft.com/office/drawing/2014/main" id="{2D4A4CAC-D4F3-C532-68DA-A6ED8490477B}"/>
              </a:ext>
            </a:extLst>
          </p:cNvPr>
          <p:cNvSpPr>
            <a:spLocks noGrp="1"/>
          </p:cNvSpPr>
          <p:nvPr>
            <p:ph type="chart" sz="quarter" idx="22"/>
          </p:nvPr>
        </p:nvSpPr>
        <p:spPr>
          <a:xfrm>
            <a:off x="454514" y="4204800"/>
            <a:ext cx="3456000" cy="2160000"/>
          </a:xfrm>
          <a:prstGeom prst="rect">
            <a:avLst/>
          </a:prstGeom>
        </p:spPr>
        <p:txBody>
          <a:bodyPr/>
          <a:lstStyle>
            <a:lvl1pPr marL="0" indent="0">
              <a:buNone/>
              <a:defRPr sz="3200"/>
            </a:lvl1pPr>
          </a:lstStyle>
          <a:p>
            <a:endParaRPr lang="nl-NL" dirty="0"/>
          </a:p>
        </p:txBody>
      </p:sp>
      <p:sp>
        <p:nvSpPr>
          <p:cNvPr id="8" name="Grafiek 1">
            <a:extLst>
              <a:ext uri="{FF2B5EF4-FFF2-40B4-BE49-F238E27FC236}">
                <a16:creationId xmlns:a16="http://schemas.microsoft.com/office/drawing/2014/main" id="{98EE597A-8E57-C416-4818-2A6539A544BF}"/>
              </a:ext>
            </a:extLst>
          </p:cNvPr>
          <p:cNvSpPr>
            <a:spLocks noGrp="1"/>
          </p:cNvSpPr>
          <p:nvPr>
            <p:ph type="chart" sz="quarter" idx="23"/>
          </p:nvPr>
        </p:nvSpPr>
        <p:spPr>
          <a:xfrm>
            <a:off x="454514" y="1519199"/>
            <a:ext cx="3456000" cy="2160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27871051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Leeftijdsgenoten 2">
    <p:spTree>
      <p:nvGrpSpPr>
        <p:cNvPr id="1" name=""/>
        <p:cNvGrpSpPr/>
        <p:nvPr/>
      </p:nvGrpSpPr>
      <p:grpSpPr>
        <a:xfrm>
          <a:off x="0" y="0"/>
          <a:ext cx="0" cy="0"/>
          <a:chOff x="0" y="0"/>
          <a:chExt cx="0" cy="0"/>
        </a:xfrm>
      </p:grpSpPr>
      <p:sp>
        <p:nvSpPr>
          <p:cNvPr id="7" name="Titelblok">
            <a:extLst>
              <a:ext uri="{FF2B5EF4-FFF2-40B4-BE49-F238E27FC236}">
                <a16:creationId xmlns:a16="http://schemas.microsoft.com/office/drawing/2014/main" id="{A53C9265-3CEF-A2C1-7746-C8CDC77B0852}"/>
              </a:ext>
            </a:extLst>
          </p:cNvPr>
          <p:cNvSpPr/>
          <p:nvPr userDrawn="1"/>
        </p:nvSpPr>
        <p:spPr>
          <a:xfrm>
            <a:off x="0" y="0"/>
            <a:ext cx="10295595" cy="1066801"/>
          </a:xfrm>
          <a:custGeom>
            <a:avLst/>
            <a:gdLst>
              <a:gd name="connsiteX0" fmla="*/ 0 w 10295595"/>
              <a:gd name="connsiteY0" fmla="*/ 0 h 1066800"/>
              <a:gd name="connsiteX1" fmla="*/ 10295595 w 10295595"/>
              <a:gd name="connsiteY1" fmla="*/ 0 h 1066800"/>
              <a:gd name="connsiteX2" fmla="*/ 10295595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37543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10649 w 10295595"/>
              <a:gd name="connsiteY2" fmla="*/ 1060077 h 1066800"/>
              <a:gd name="connsiteX3" fmla="*/ 0 w 10295595"/>
              <a:gd name="connsiteY3" fmla="*/ 1066800 h 1066800"/>
              <a:gd name="connsiteX4" fmla="*/ 0 w 10295595"/>
              <a:gd name="connsiteY4" fmla="*/ 0 h 1066800"/>
              <a:gd name="connsiteX0" fmla="*/ 0 w 10295595"/>
              <a:gd name="connsiteY0" fmla="*/ 0 h 1066801"/>
              <a:gd name="connsiteX1" fmla="*/ 10295595 w 10295595"/>
              <a:gd name="connsiteY1" fmla="*/ 0 h 1066801"/>
              <a:gd name="connsiteX2" fmla="*/ 9710649 w 10295595"/>
              <a:gd name="connsiteY2" fmla="*/ 1066801 h 1066801"/>
              <a:gd name="connsiteX3" fmla="*/ 0 w 10295595"/>
              <a:gd name="connsiteY3" fmla="*/ 1066800 h 1066801"/>
              <a:gd name="connsiteX4" fmla="*/ 0 w 10295595"/>
              <a:gd name="connsiteY4" fmla="*/ 0 h 10668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95595" h="1066801">
                <a:moveTo>
                  <a:pt x="0" y="0"/>
                </a:moveTo>
                <a:lnTo>
                  <a:pt x="10295595" y="0"/>
                </a:lnTo>
                <a:lnTo>
                  <a:pt x="9710649" y="1066801"/>
                </a:lnTo>
                <a:lnTo>
                  <a:pt x="0" y="1066800"/>
                </a:lnTo>
                <a:lnTo>
                  <a:pt x="0" y="0"/>
                </a:lnTo>
                <a:close/>
              </a:path>
            </a:pathLst>
          </a:cu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marL="0" indent="270272" algn="l"/>
            <a:r>
              <a:rPr lang="nl-NL" sz="2400" b="1" noProof="0" dirty="0">
                <a:latin typeface="Century Gothic" panose="020B0502020202020204" pitchFamily="34" charset="0"/>
              </a:rPr>
              <a:t>Leeftijdsgenoten</a:t>
            </a:r>
            <a:endParaRPr lang="nl-NL" sz="1800" b="1" noProof="0" dirty="0">
              <a:latin typeface="Century Gothic" panose="020B0502020202020204" pitchFamily="34" charset="0"/>
            </a:endParaRPr>
          </a:p>
        </p:txBody>
      </p:sp>
      <p:sp>
        <p:nvSpPr>
          <p:cNvPr id="2" name="Grafiek 2">
            <a:extLst>
              <a:ext uri="{FF2B5EF4-FFF2-40B4-BE49-F238E27FC236}">
                <a16:creationId xmlns:a16="http://schemas.microsoft.com/office/drawing/2014/main" id="{FD346B7F-1470-FD49-0A16-6E569F38EF23}"/>
              </a:ext>
            </a:extLst>
          </p:cNvPr>
          <p:cNvSpPr>
            <a:spLocks noGrp="1"/>
          </p:cNvSpPr>
          <p:nvPr>
            <p:ph type="chart" sz="quarter" idx="14"/>
          </p:nvPr>
        </p:nvSpPr>
        <p:spPr>
          <a:xfrm>
            <a:off x="6096000" y="1860960"/>
            <a:ext cx="5400000" cy="4320000"/>
          </a:xfrm>
          <a:prstGeom prst="rect">
            <a:avLst/>
          </a:prstGeom>
        </p:spPr>
        <p:txBody>
          <a:bodyPr/>
          <a:lstStyle>
            <a:lvl1pPr marL="0" indent="0">
              <a:buNone/>
              <a:defRPr/>
            </a:lvl1pPr>
          </a:lstStyle>
          <a:p>
            <a:endParaRPr lang="nl-NL" dirty="0"/>
          </a:p>
        </p:txBody>
      </p:sp>
      <p:sp>
        <p:nvSpPr>
          <p:cNvPr id="5" name="Grafiek 1">
            <a:extLst>
              <a:ext uri="{FF2B5EF4-FFF2-40B4-BE49-F238E27FC236}">
                <a16:creationId xmlns:a16="http://schemas.microsoft.com/office/drawing/2014/main" id="{D82FA894-0495-A733-8A88-0158361B248A}"/>
              </a:ext>
            </a:extLst>
          </p:cNvPr>
          <p:cNvSpPr>
            <a:spLocks noGrp="1"/>
          </p:cNvSpPr>
          <p:nvPr>
            <p:ph type="chart" sz="quarter" idx="15"/>
          </p:nvPr>
        </p:nvSpPr>
        <p:spPr>
          <a:xfrm>
            <a:off x="1259794" y="1860960"/>
            <a:ext cx="3960000" cy="4320000"/>
          </a:xfrm>
          <a:prstGeom prst="rect">
            <a:avLst/>
          </a:prstGeom>
        </p:spPr>
        <p:txBody>
          <a:bodyPr/>
          <a:lstStyle>
            <a:lvl1pPr marL="0" indent="0">
              <a:buNone/>
              <a:defRPr/>
            </a:lvl1pPr>
          </a:lstStyle>
          <a:p>
            <a:endParaRPr lang="nl-NL" dirty="0"/>
          </a:p>
        </p:txBody>
      </p:sp>
    </p:spTree>
    <p:extLst>
      <p:ext uri="{BB962C8B-B14F-4D97-AF65-F5344CB8AC3E}">
        <p14:creationId xmlns:p14="http://schemas.microsoft.com/office/powerpoint/2010/main" val="201798555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Vrije tijd">
    <p:spTree>
      <p:nvGrpSpPr>
        <p:cNvPr id="1" name=""/>
        <p:cNvGrpSpPr/>
        <p:nvPr/>
      </p:nvGrpSpPr>
      <p:grpSpPr>
        <a:xfrm>
          <a:off x="0" y="0"/>
          <a:ext cx="0" cy="0"/>
          <a:chOff x="0" y="0"/>
          <a:chExt cx="0" cy="0"/>
        </a:xfrm>
      </p:grpSpPr>
      <p:sp>
        <p:nvSpPr>
          <p:cNvPr id="7" name="Titelblok">
            <a:extLst>
              <a:ext uri="{FF2B5EF4-FFF2-40B4-BE49-F238E27FC236}">
                <a16:creationId xmlns:a16="http://schemas.microsoft.com/office/drawing/2014/main" id="{A53C9265-3CEF-A2C1-7746-C8CDC77B0852}"/>
              </a:ext>
            </a:extLst>
          </p:cNvPr>
          <p:cNvSpPr/>
          <p:nvPr userDrawn="1"/>
        </p:nvSpPr>
        <p:spPr>
          <a:xfrm>
            <a:off x="0" y="0"/>
            <a:ext cx="10295595" cy="1066801"/>
          </a:xfrm>
          <a:custGeom>
            <a:avLst/>
            <a:gdLst>
              <a:gd name="connsiteX0" fmla="*/ 0 w 10295595"/>
              <a:gd name="connsiteY0" fmla="*/ 0 h 1066800"/>
              <a:gd name="connsiteX1" fmla="*/ 10295595 w 10295595"/>
              <a:gd name="connsiteY1" fmla="*/ 0 h 1066800"/>
              <a:gd name="connsiteX2" fmla="*/ 10295595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37543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10649 w 10295595"/>
              <a:gd name="connsiteY2" fmla="*/ 1060077 h 1066800"/>
              <a:gd name="connsiteX3" fmla="*/ 0 w 10295595"/>
              <a:gd name="connsiteY3" fmla="*/ 1066800 h 1066800"/>
              <a:gd name="connsiteX4" fmla="*/ 0 w 10295595"/>
              <a:gd name="connsiteY4" fmla="*/ 0 h 1066800"/>
              <a:gd name="connsiteX0" fmla="*/ 0 w 10295595"/>
              <a:gd name="connsiteY0" fmla="*/ 0 h 1066801"/>
              <a:gd name="connsiteX1" fmla="*/ 10295595 w 10295595"/>
              <a:gd name="connsiteY1" fmla="*/ 0 h 1066801"/>
              <a:gd name="connsiteX2" fmla="*/ 9710649 w 10295595"/>
              <a:gd name="connsiteY2" fmla="*/ 1066801 h 1066801"/>
              <a:gd name="connsiteX3" fmla="*/ 0 w 10295595"/>
              <a:gd name="connsiteY3" fmla="*/ 1066800 h 1066801"/>
              <a:gd name="connsiteX4" fmla="*/ 0 w 10295595"/>
              <a:gd name="connsiteY4" fmla="*/ 0 h 10668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95595" h="1066801">
                <a:moveTo>
                  <a:pt x="0" y="0"/>
                </a:moveTo>
                <a:lnTo>
                  <a:pt x="10295595" y="0"/>
                </a:lnTo>
                <a:lnTo>
                  <a:pt x="9710649" y="1066801"/>
                </a:lnTo>
                <a:lnTo>
                  <a:pt x="0" y="1066800"/>
                </a:lnTo>
                <a:lnTo>
                  <a:pt x="0" y="0"/>
                </a:lnTo>
                <a:close/>
              </a:path>
            </a:pathLst>
          </a:cu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marL="0" indent="270272" algn="l"/>
            <a:r>
              <a:rPr lang="nl-NL" sz="2400" b="1" noProof="0" dirty="0">
                <a:latin typeface="Century Gothic" panose="020B0502020202020204" pitchFamily="34" charset="0"/>
              </a:rPr>
              <a:t>Vrije tijd</a:t>
            </a:r>
            <a:endParaRPr lang="nl-NL" sz="1800" b="1" noProof="0" dirty="0">
              <a:latin typeface="Century Gothic" panose="020B0502020202020204" pitchFamily="34" charset="0"/>
            </a:endParaRPr>
          </a:p>
        </p:txBody>
      </p:sp>
      <p:cxnSp>
        <p:nvCxnSpPr>
          <p:cNvPr id="3" name="Rechte verbindingslijn 1">
            <a:extLst>
              <a:ext uri="{FF2B5EF4-FFF2-40B4-BE49-F238E27FC236}">
                <a16:creationId xmlns:a16="http://schemas.microsoft.com/office/drawing/2014/main" id="{DE5E72DB-A184-A269-3680-24A5B9302166}"/>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4" name="Grafiek 4">
            <a:extLst>
              <a:ext uri="{FF2B5EF4-FFF2-40B4-BE49-F238E27FC236}">
                <a16:creationId xmlns:a16="http://schemas.microsoft.com/office/drawing/2014/main" id="{C1D5114C-ACD1-1EFD-CDAD-4C1AAA378482}"/>
              </a:ext>
            </a:extLst>
          </p:cNvPr>
          <p:cNvSpPr>
            <a:spLocks noGrp="1"/>
          </p:cNvSpPr>
          <p:nvPr>
            <p:ph type="chart" sz="quarter" idx="21"/>
          </p:nvPr>
        </p:nvSpPr>
        <p:spPr>
          <a:xfrm>
            <a:off x="4366163" y="4204800"/>
            <a:ext cx="5400000" cy="2160000"/>
          </a:xfrm>
          <a:prstGeom prst="rect">
            <a:avLst/>
          </a:prstGeom>
        </p:spPr>
        <p:txBody>
          <a:bodyPr/>
          <a:lstStyle>
            <a:lvl1pPr marL="0" indent="0">
              <a:buNone/>
              <a:defRPr sz="3200"/>
            </a:lvl1pPr>
          </a:lstStyle>
          <a:p>
            <a:endParaRPr lang="nl-NL" dirty="0"/>
          </a:p>
        </p:txBody>
      </p:sp>
      <p:sp>
        <p:nvSpPr>
          <p:cNvPr id="5" name="Grafiek 3">
            <a:extLst>
              <a:ext uri="{FF2B5EF4-FFF2-40B4-BE49-F238E27FC236}">
                <a16:creationId xmlns:a16="http://schemas.microsoft.com/office/drawing/2014/main" id="{35C1E2D5-FD9C-5E32-FC89-CBFB150E120E}"/>
              </a:ext>
            </a:extLst>
          </p:cNvPr>
          <p:cNvSpPr>
            <a:spLocks noGrp="1"/>
          </p:cNvSpPr>
          <p:nvPr>
            <p:ph type="chart" sz="quarter" idx="17"/>
          </p:nvPr>
        </p:nvSpPr>
        <p:spPr>
          <a:xfrm>
            <a:off x="4366161" y="1519199"/>
            <a:ext cx="5400000" cy="2160000"/>
          </a:xfrm>
          <a:prstGeom prst="rect">
            <a:avLst/>
          </a:prstGeom>
        </p:spPr>
        <p:txBody>
          <a:bodyPr/>
          <a:lstStyle>
            <a:lvl1pPr marL="0" indent="0">
              <a:buNone/>
              <a:defRPr sz="3200"/>
            </a:lvl1pPr>
          </a:lstStyle>
          <a:p>
            <a:endParaRPr lang="nl-NL"/>
          </a:p>
        </p:txBody>
      </p:sp>
      <p:sp>
        <p:nvSpPr>
          <p:cNvPr id="6" name="Grafiek 2">
            <a:extLst>
              <a:ext uri="{FF2B5EF4-FFF2-40B4-BE49-F238E27FC236}">
                <a16:creationId xmlns:a16="http://schemas.microsoft.com/office/drawing/2014/main" id="{04B68618-28FB-5AC0-A36A-A276A8B35AC3}"/>
              </a:ext>
            </a:extLst>
          </p:cNvPr>
          <p:cNvSpPr>
            <a:spLocks noGrp="1"/>
          </p:cNvSpPr>
          <p:nvPr>
            <p:ph type="chart" sz="quarter" idx="22"/>
          </p:nvPr>
        </p:nvSpPr>
        <p:spPr>
          <a:xfrm>
            <a:off x="454514" y="4204800"/>
            <a:ext cx="3456000" cy="2160000"/>
          </a:xfrm>
          <a:prstGeom prst="rect">
            <a:avLst/>
          </a:prstGeom>
        </p:spPr>
        <p:txBody>
          <a:bodyPr/>
          <a:lstStyle>
            <a:lvl1pPr marL="0" indent="0">
              <a:buNone/>
              <a:defRPr sz="3200"/>
            </a:lvl1pPr>
          </a:lstStyle>
          <a:p>
            <a:endParaRPr lang="nl-NL" dirty="0"/>
          </a:p>
        </p:txBody>
      </p:sp>
      <p:sp>
        <p:nvSpPr>
          <p:cNvPr id="8" name="Grafiek 1">
            <a:extLst>
              <a:ext uri="{FF2B5EF4-FFF2-40B4-BE49-F238E27FC236}">
                <a16:creationId xmlns:a16="http://schemas.microsoft.com/office/drawing/2014/main" id="{4E5435A2-0C09-F144-4C5D-D7FA41DD5021}"/>
              </a:ext>
            </a:extLst>
          </p:cNvPr>
          <p:cNvSpPr>
            <a:spLocks noGrp="1"/>
          </p:cNvSpPr>
          <p:nvPr>
            <p:ph type="chart" sz="quarter" idx="23"/>
          </p:nvPr>
        </p:nvSpPr>
        <p:spPr>
          <a:xfrm>
            <a:off x="454514" y="1519199"/>
            <a:ext cx="3456000" cy="2160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163400626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Vrije tijd 2">
    <p:spTree>
      <p:nvGrpSpPr>
        <p:cNvPr id="1" name=""/>
        <p:cNvGrpSpPr/>
        <p:nvPr/>
      </p:nvGrpSpPr>
      <p:grpSpPr>
        <a:xfrm>
          <a:off x="0" y="0"/>
          <a:ext cx="0" cy="0"/>
          <a:chOff x="0" y="0"/>
          <a:chExt cx="0" cy="0"/>
        </a:xfrm>
      </p:grpSpPr>
      <p:sp>
        <p:nvSpPr>
          <p:cNvPr id="7" name="Titelblok">
            <a:extLst>
              <a:ext uri="{FF2B5EF4-FFF2-40B4-BE49-F238E27FC236}">
                <a16:creationId xmlns:a16="http://schemas.microsoft.com/office/drawing/2014/main" id="{A53C9265-3CEF-A2C1-7746-C8CDC77B0852}"/>
              </a:ext>
            </a:extLst>
          </p:cNvPr>
          <p:cNvSpPr/>
          <p:nvPr userDrawn="1"/>
        </p:nvSpPr>
        <p:spPr>
          <a:xfrm>
            <a:off x="0" y="0"/>
            <a:ext cx="10295595" cy="1066801"/>
          </a:xfrm>
          <a:custGeom>
            <a:avLst/>
            <a:gdLst>
              <a:gd name="connsiteX0" fmla="*/ 0 w 10295595"/>
              <a:gd name="connsiteY0" fmla="*/ 0 h 1066800"/>
              <a:gd name="connsiteX1" fmla="*/ 10295595 w 10295595"/>
              <a:gd name="connsiteY1" fmla="*/ 0 h 1066800"/>
              <a:gd name="connsiteX2" fmla="*/ 10295595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37543 w 10295595"/>
              <a:gd name="connsiteY2" fmla="*/ 1066800 h 1066800"/>
              <a:gd name="connsiteX3" fmla="*/ 0 w 10295595"/>
              <a:gd name="connsiteY3" fmla="*/ 1066800 h 1066800"/>
              <a:gd name="connsiteX4" fmla="*/ 0 w 10295595"/>
              <a:gd name="connsiteY4" fmla="*/ 0 h 1066800"/>
              <a:gd name="connsiteX0" fmla="*/ 0 w 10295595"/>
              <a:gd name="connsiteY0" fmla="*/ 0 h 1066800"/>
              <a:gd name="connsiteX1" fmla="*/ 10295595 w 10295595"/>
              <a:gd name="connsiteY1" fmla="*/ 0 h 1066800"/>
              <a:gd name="connsiteX2" fmla="*/ 9710649 w 10295595"/>
              <a:gd name="connsiteY2" fmla="*/ 1060077 h 1066800"/>
              <a:gd name="connsiteX3" fmla="*/ 0 w 10295595"/>
              <a:gd name="connsiteY3" fmla="*/ 1066800 h 1066800"/>
              <a:gd name="connsiteX4" fmla="*/ 0 w 10295595"/>
              <a:gd name="connsiteY4" fmla="*/ 0 h 1066800"/>
              <a:gd name="connsiteX0" fmla="*/ 0 w 10295595"/>
              <a:gd name="connsiteY0" fmla="*/ 0 h 1066801"/>
              <a:gd name="connsiteX1" fmla="*/ 10295595 w 10295595"/>
              <a:gd name="connsiteY1" fmla="*/ 0 h 1066801"/>
              <a:gd name="connsiteX2" fmla="*/ 9710649 w 10295595"/>
              <a:gd name="connsiteY2" fmla="*/ 1066801 h 1066801"/>
              <a:gd name="connsiteX3" fmla="*/ 0 w 10295595"/>
              <a:gd name="connsiteY3" fmla="*/ 1066800 h 1066801"/>
              <a:gd name="connsiteX4" fmla="*/ 0 w 10295595"/>
              <a:gd name="connsiteY4" fmla="*/ 0 h 10668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95595" h="1066801">
                <a:moveTo>
                  <a:pt x="0" y="0"/>
                </a:moveTo>
                <a:lnTo>
                  <a:pt x="10295595" y="0"/>
                </a:lnTo>
                <a:lnTo>
                  <a:pt x="9710649" y="1066801"/>
                </a:lnTo>
                <a:lnTo>
                  <a:pt x="0" y="1066800"/>
                </a:lnTo>
                <a:lnTo>
                  <a:pt x="0" y="0"/>
                </a:lnTo>
                <a:close/>
              </a:path>
            </a:pathLst>
          </a:cu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marL="0" indent="270272" algn="l"/>
            <a:r>
              <a:rPr lang="nl-NL" sz="2400" b="1" noProof="0" dirty="0">
                <a:latin typeface="Century Gothic" panose="020B0502020202020204" pitchFamily="34" charset="0"/>
              </a:rPr>
              <a:t>Vrije tijd</a:t>
            </a:r>
            <a:endParaRPr lang="nl-NL" sz="1800" b="1" noProof="0" dirty="0">
              <a:latin typeface="Century Gothic" panose="020B0502020202020204" pitchFamily="34" charset="0"/>
            </a:endParaRPr>
          </a:p>
        </p:txBody>
      </p:sp>
      <p:sp>
        <p:nvSpPr>
          <p:cNvPr id="2" name="Grafiek 2">
            <a:extLst>
              <a:ext uri="{FF2B5EF4-FFF2-40B4-BE49-F238E27FC236}">
                <a16:creationId xmlns:a16="http://schemas.microsoft.com/office/drawing/2014/main" id="{F94CB744-EBE0-46F5-AA5C-1D7E395C52ED}"/>
              </a:ext>
            </a:extLst>
          </p:cNvPr>
          <p:cNvSpPr>
            <a:spLocks noGrp="1"/>
          </p:cNvSpPr>
          <p:nvPr>
            <p:ph type="chart" sz="quarter" idx="14"/>
          </p:nvPr>
        </p:nvSpPr>
        <p:spPr>
          <a:xfrm>
            <a:off x="6096000" y="1860960"/>
            <a:ext cx="5400000" cy="4320000"/>
          </a:xfrm>
          <a:prstGeom prst="rect">
            <a:avLst/>
          </a:prstGeom>
        </p:spPr>
        <p:txBody>
          <a:bodyPr/>
          <a:lstStyle>
            <a:lvl1pPr marL="0" indent="0">
              <a:buNone/>
              <a:defRPr/>
            </a:lvl1pPr>
          </a:lstStyle>
          <a:p>
            <a:endParaRPr lang="nl-NL" dirty="0"/>
          </a:p>
        </p:txBody>
      </p:sp>
      <p:sp>
        <p:nvSpPr>
          <p:cNvPr id="5" name="Grafiek 1">
            <a:extLst>
              <a:ext uri="{FF2B5EF4-FFF2-40B4-BE49-F238E27FC236}">
                <a16:creationId xmlns:a16="http://schemas.microsoft.com/office/drawing/2014/main" id="{F7A597E2-FD7D-1171-F122-D7BDBA2F3D1C}"/>
              </a:ext>
            </a:extLst>
          </p:cNvPr>
          <p:cNvSpPr>
            <a:spLocks noGrp="1"/>
          </p:cNvSpPr>
          <p:nvPr>
            <p:ph type="chart" sz="quarter" idx="15"/>
          </p:nvPr>
        </p:nvSpPr>
        <p:spPr>
          <a:xfrm>
            <a:off x="1259794" y="1860960"/>
            <a:ext cx="3960000" cy="4320000"/>
          </a:xfrm>
          <a:prstGeom prst="rect">
            <a:avLst/>
          </a:prstGeom>
        </p:spPr>
        <p:txBody>
          <a:bodyPr/>
          <a:lstStyle>
            <a:lvl1pPr marL="0" indent="0">
              <a:buNone/>
              <a:defRPr/>
            </a:lvl1pPr>
          </a:lstStyle>
          <a:p>
            <a:endParaRPr lang="nl-NL" dirty="0"/>
          </a:p>
        </p:txBody>
      </p:sp>
    </p:spTree>
    <p:extLst>
      <p:ext uri="{BB962C8B-B14F-4D97-AF65-F5344CB8AC3E}">
        <p14:creationId xmlns:p14="http://schemas.microsoft.com/office/powerpoint/2010/main" val="42515206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GGD Logo" descr="Afbeelding met schermopname, Graphics, logo, grafische vormgeving">
            <a:extLst>
              <a:ext uri="{FF2B5EF4-FFF2-40B4-BE49-F238E27FC236}">
                <a16:creationId xmlns:a16="http://schemas.microsoft.com/office/drawing/2014/main" id="{A100E981-8880-FD10-F870-F8025F47FD37}"/>
              </a:ext>
            </a:extLst>
          </p:cNvPr>
          <p:cNvPicPr>
            <a:picLocks noChangeAspect="1"/>
          </p:cNvPicPr>
          <p:nvPr userDrawn="1"/>
        </p:nvPicPr>
        <p:blipFill>
          <a:blip r:embed="rId16">
            <a:extLst>
              <a:ext uri="{28A0092B-C50C-407E-A947-70E740481C1C}">
                <a14:useLocalDpi xmlns:a14="http://schemas.microsoft.com/office/drawing/2010/main" val="0"/>
              </a:ext>
            </a:extLst>
          </a:blip>
          <a:srcRect l="4812" t="4590" r="75574" b="76740"/>
          <a:stretch>
            <a:fillRect/>
          </a:stretch>
        </p:blipFill>
        <p:spPr>
          <a:xfrm>
            <a:off x="10656839" y="199481"/>
            <a:ext cx="1247339" cy="667838"/>
          </a:xfrm>
          <a:prstGeom prst="rect">
            <a:avLst/>
          </a:prstGeom>
        </p:spPr>
      </p:pic>
    </p:spTree>
    <p:extLst>
      <p:ext uri="{BB962C8B-B14F-4D97-AF65-F5344CB8AC3E}">
        <p14:creationId xmlns:p14="http://schemas.microsoft.com/office/powerpoint/2010/main" val="582609979"/>
      </p:ext>
    </p:extLst>
  </p:cSld>
  <p:clrMap bg1="lt1" tx1="dk1" bg2="lt2" tx2="dk2" accent1="accent1" accent2="accent2" accent3="accent3" accent4="accent4" accent5="accent5" accent6="accent6" hlink="hlink" folHlink="folHlink"/>
  <p:sldLayoutIdLst>
    <p:sldLayoutId id="2147483714" r:id="rId1"/>
    <p:sldLayoutId id="2147483653" r:id="rId2"/>
    <p:sldLayoutId id="2147483712" r:id="rId3"/>
    <p:sldLayoutId id="2147483720" r:id="rId4"/>
    <p:sldLayoutId id="2147483715" r:id="rId5"/>
    <p:sldLayoutId id="2147483722" r:id="rId6"/>
    <p:sldLayoutId id="2147483716" r:id="rId7"/>
    <p:sldLayoutId id="2147483721" r:id="rId8"/>
    <p:sldLayoutId id="2147483717" r:id="rId9"/>
    <p:sldLayoutId id="2147483723" r:id="rId10"/>
    <p:sldLayoutId id="2147483718" r:id="rId11"/>
    <p:sldLayoutId id="2147483724" r:id="rId12"/>
    <p:sldLayoutId id="2147483719" r:id="rId13"/>
    <p:sldLayoutId id="2147483725" r:id="rId14"/>
  </p:sldLayoutIdLst>
  <p:txStyles>
    <p:titleStyle>
      <a:lvl1pPr algn="ctr" defTabSz="1004316" rtl="0" eaLnBrk="1" latinLnBrk="0" hangingPunct="1">
        <a:spcBef>
          <a:spcPct val="0"/>
        </a:spcBef>
        <a:buNone/>
        <a:defRPr sz="4832" kern="1200">
          <a:solidFill>
            <a:schemeClr val="tx1"/>
          </a:solidFill>
          <a:latin typeface="Serifa Std 55 Roman" pitchFamily="18" charset="0"/>
          <a:ea typeface="+mj-ea"/>
          <a:cs typeface="+mj-cs"/>
        </a:defRPr>
      </a:lvl1pPr>
    </p:titleStyle>
    <p:bodyStyle>
      <a:lvl1pPr marL="376619" indent="-376619" algn="l" defTabSz="1004316" rtl="0" eaLnBrk="1" latinLnBrk="0" hangingPunct="1">
        <a:spcBef>
          <a:spcPct val="20000"/>
        </a:spcBef>
        <a:buFont typeface="Arial" panose="020B0604020202020204" pitchFamily="34" charset="0"/>
        <a:buChar char="•"/>
        <a:defRPr sz="3515" kern="1200">
          <a:solidFill>
            <a:schemeClr val="tx1"/>
          </a:solidFill>
          <a:latin typeface="Serifa Std 45 Light" pitchFamily="18" charset="0"/>
          <a:ea typeface="+mn-ea"/>
          <a:cs typeface="+mn-cs"/>
        </a:defRPr>
      </a:lvl1pPr>
      <a:lvl2pPr marL="816008" indent="-313850" algn="l" defTabSz="1004316" rtl="0" eaLnBrk="1" latinLnBrk="0" hangingPunct="1">
        <a:spcBef>
          <a:spcPct val="20000"/>
        </a:spcBef>
        <a:buFont typeface="Arial" panose="020B0604020202020204" pitchFamily="34" charset="0"/>
        <a:buChar char="–"/>
        <a:defRPr sz="3075" kern="1200">
          <a:solidFill>
            <a:schemeClr val="tx1"/>
          </a:solidFill>
          <a:latin typeface="Serifa Std 45 Light" pitchFamily="18" charset="0"/>
          <a:ea typeface="+mn-ea"/>
          <a:cs typeface="+mn-cs"/>
        </a:defRPr>
      </a:lvl2pPr>
      <a:lvl3pPr marL="1255395" indent="-251078" algn="l" defTabSz="1004316" rtl="0" eaLnBrk="1" latinLnBrk="0" hangingPunct="1">
        <a:spcBef>
          <a:spcPct val="20000"/>
        </a:spcBef>
        <a:buFont typeface="Arial" panose="020B0604020202020204" pitchFamily="34" charset="0"/>
        <a:buChar char="•"/>
        <a:defRPr sz="2636" kern="1200">
          <a:solidFill>
            <a:schemeClr val="tx1"/>
          </a:solidFill>
          <a:latin typeface="Serifa Std 45 Light" pitchFamily="18" charset="0"/>
          <a:ea typeface="+mn-ea"/>
          <a:cs typeface="+mn-cs"/>
        </a:defRPr>
      </a:lvl3pPr>
      <a:lvl4pPr marL="1757554" indent="-251078" algn="l" defTabSz="1004316" rtl="0" eaLnBrk="1" latinLnBrk="0" hangingPunct="1">
        <a:spcBef>
          <a:spcPct val="20000"/>
        </a:spcBef>
        <a:buFont typeface="Arial" panose="020B0604020202020204" pitchFamily="34" charset="0"/>
        <a:buChar char="–"/>
        <a:defRPr sz="2197" kern="1200">
          <a:solidFill>
            <a:schemeClr val="tx1"/>
          </a:solidFill>
          <a:latin typeface="Serifa Std 45 Light" pitchFamily="18" charset="0"/>
          <a:ea typeface="+mn-ea"/>
          <a:cs typeface="+mn-cs"/>
        </a:defRPr>
      </a:lvl4pPr>
      <a:lvl5pPr marL="2259711" indent="-251078" algn="l" defTabSz="1004316" rtl="0" eaLnBrk="1" latinLnBrk="0" hangingPunct="1">
        <a:spcBef>
          <a:spcPct val="20000"/>
        </a:spcBef>
        <a:buFont typeface="Arial" panose="020B0604020202020204" pitchFamily="34" charset="0"/>
        <a:buChar char="»"/>
        <a:defRPr sz="2197" kern="1200">
          <a:solidFill>
            <a:schemeClr val="tx1"/>
          </a:solidFill>
          <a:latin typeface="Serifa Std 45 Light" pitchFamily="18" charset="0"/>
          <a:ea typeface="+mn-ea"/>
          <a:cs typeface="+mn-cs"/>
        </a:defRPr>
      </a:lvl5pPr>
      <a:lvl6pPr marL="2761870" indent="-251078" algn="l" defTabSz="1004316" rtl="0" eaLnBrk="1" latinLnBrk="0" hangingPunct="1">
        <a:spcBef>
          <a:spcPct val="20000"/>
        </a:spcBef>
        <a:buFont typeface="Arial" panose="020B0604020202020204" pitchFamily="34" charset="0"/>
        <a:buChar char="•"/>
        <a:defRPr sz="2197" kern="1200">
          <a:solidFill>
            <a:schemeClr val="tx1"/>
          </a:solidFill>
          <a:latin typeface="+mn-lt"/>
          <a:ea typeface="+mn-ea"/>
          <a:cs typeface="+mn-cs"/>
        </a:defRPr>
      </a:lvl6pPr>
      <a:lvl7pPr marL="3264028" indent="-251078" algn="l" defTabSz="1004316" rtl="0" eaLnBrk="1" latinLnBrk="0" hangingPunct="1">
        <a:spcBef>
          <a:spcPct val="20000"/>
        </a:spcBef>
        <a:buFont typeface="Arial" panose="020B0604020202020204" pitchFamily="34" charset="0"/>
        <a:buChar char="•"/>
        <a:defRPr sz="2197" kern="1200">
          <a:solidFill>
            <a:schemeClr val="tx1"/>
          </a:solidFill>
          <a:latin typeface="+mn-lt"/>
          <a:ea typeface="+mn-ea"/>
          <a:cs typeface="+mn-cs"/>
        </a:defRPr>
      </a:lvl7pPr>
      <a:lvl8pPr marL="3766185" indent="-251078" algn="l" defTabSz="1004316" rtl="0" eaLnBrk="1" latinLnBrk="0" hangingPunct="1">
        <a:spcBef>
          <a:spcPct val="20000"/>
        </a:spcBef>
        <a:buFont typeface="Arial" panose="020B0604020202020204" pitchFamily="34" charset="0"/>
        <a:buChar char="•"/>
        <a:defRPr sz="2197" kern="1200">
          <a:solidFill>
            <a:schemeClr val="tx1"/>
          </a:solidFill>
          <a:latin typeface="+mn-lt"/>
          <a:ea typeface="+mn-ea"/>
          <a:cs typeface="+mn-cs"/>
        </a:defRPr>
      </a:lvl8pPr>
      <a:lvl9pPr marL="4268345" indent="-251078" algn="l" defTabSz="1004316" rtl="0" eaLnBrk="1" latinLnBrk="0" hangingPunct="1">
        <a:spcBef>
          <a:spcPct val="20000"/>
        </a:spcBef>
        <a:buFont typeface="Arial" panose="020B0604020202020204" pitchFamily="34" charset="0"/>
        <a:buChar char="•"/>
        <a:defRPr sz="2197" kern="1200">
          <a:solidFill>
            <a:schemeClr val="tx1"/>
          </a:solidFill>
          <a:latin typeface="+mn-lt"/>
          <a:ea typeface="+mn-ea"/>
          <a:cs typeface="+mn-cs"/>
        </a:defRPr>
      </a:lvl9pPr>
    </p:bodyStyle>
    <p:otherStyle>
      <a:defPPr>
        <a:defRPr lang="nl-NL"/>
      </a:defPPr>
      <a:lvl1pPr marL="0" algn="l" defTabSz="1004316" rtl="0" eaLnBrk="1" latinLnBrk="0" hangingPunct="1">
        <a:defRPr sz="1977" kern="1200">
          <a:solidFill>
            <a:schemeClr val="tx1"/>
          </a:solidFill>
          <a:latin typeface="+mn-lt"/>
          <a:ea typeface="+mn-ea"/>
          <a:cs typeface="+mn-cs"/>
        </a:defRPr>
      </a:lvl1pPr>
      <a:lvl2pPr marL="502159" algn="l" defTabSz="1004316" rtl="0" eaLnBrk="1" latinLnBrk="0" hangingPunct="1">
        <a:defRPr sz="1977" kern="1200">
          <a:solidFill>
            <a:schemeClr val="tx1"/>
          </a:solidFill>
          <a:latin typeface="+mn-lt"/>
          <a:ea typeface="+mn-ea"/>
          <a:cs typeface="+mn-cs"/>
        </a:defRPr>
      </a:lvl2pPr>
      <a:lvl3pPr marL="1004316" algn="l" defTabSz="1004316" rtl="0" eaLnBrk="1" latinLnBrk="0" hangingPunct="1">
        <a:defRPr sz="1977" kern="1200">
          <a:solidFill>
            <a:schemeClr val="tx1"/>
          </a:solidFill>
          <a:latin typeface="+mn-lt"/>
          <a:ea typeface="+mn-ea"/>
          <a:cs typeface="+mn-cs"/>
        </a:defRPr>
      </a:lvl3pPr>
      <a:lvl4pPr marL="1506476" algn="l" defTabSz="1004316" rtl="0" eaLnBrk="1" latinLnBrk="0" hangingPunct="1">
        <a:defRPr sz="1977" kern="1200">
          <a:solidFill>
            <a:schemeClr val="tx1"/>
          </a:solidFill>
          <a:latin typeface="+mn-lt"/>
          <a:ea typeface="+mn-ea"/>
          <a:cs typeface="+mn-cs"/>
        </a:defRPr>
      </a:lvl4pPr>
      <a:lvl5pPr marL="2008632" algn="l" defTabSz="1004316" rtl="0" eaLnBrk="1" latinLnBrk="0" hangingPunct="1">
        <a:defRPr sz="1977" kern="1200">
          <a:solidFill>
            <a:schemeClr val="tx1"/>
          </a:solidFill>
          <a:latin typeface="+mn-lt"/>
          <a:ea typeface="+mn-ea"/>
          <a:cs typeface="+mn-cs"/>
        </a:defRPr>
      </a:lvl5pPr>
      <a:lvl6pPr marL="2510791" algn="l" defTabSz="1004316" rtl="0" eaLnBrk="1" latinLnBrk="0" hangingPunct="1">
        <a:defRPr sz="1977" kern="1200">
          <a:solidFill>
            <a:schemeClr val="tx1"/>
          </a:solidFill>
          <a:latin typeface="+mn-lt"/>
          <a:ea typeface="+mn-ea"/>
          <a:cs typeface="+mn-cs"/>
        </a:defRPr>
      </a:lvl6pPr>
      <a:lvl7pPr marL="3012949" algn="l" defTabSz="1004316" rtl="0" eaLnBrk="1" latinLnBrk="0" hangingPunct="1">
        <a:defRPr sz="1977" kern="1200">
          <a:solidFill>
            <a:schemeClr val="tx1"/>
          </a:solidFill>
          <a:latin typeface="+mn-lt"/>
          <a:ea typeface="+mn-ea"/>
          <a:cs typeface="+mn-cs"/>
        </a:defRPr>
      </a:lvl7pPr>
      <a:lvl8pPr marL="3515106" algn="l" defTabSz="1004316" rtl="0" eaLnBrk="1" latinLnBrk="0" hangingPunct="1">
        <a:defRPr sz="1977" kern="1200">
          <a:solidFill>
            <a:schemeClr val="tx1"/>
          </a:solidFill>
          <a:latin typeface="+mn-lt"/>
          <a:ea typeface="+mn-ea"/>
          <a:cs typeface="+mn-cs"/>
        </a:defRPr>
      </a:lvl8pPr>
      <a:lvl9pPr marL="4017265" algn="l" defTabSz="1004316" rtl="0" eaLnBrk="1" latinLnBrk="0" hangingPunct="1">
        <a:defRPr sz="1977"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theme/theme1.xml><?xml version="1.0" encoding="utf-8"?>
<a:theme xmlns:a="http://schemas.openxmlformats.org/drawingml/2006/main" name="Rapportage">
  <a:themeElements>
    <a:clrScheme name="OKO">
      <a:dk1>
        <a:sysClr val="windowText" lastClr="000000"/>
      </a:dk1>
      <a:lt1>
        <a:srgbClr val="FFFFFF"/>
      </a:lt1>
      <a:dk2>
        <a:srgbClr val="737375"/>
      </a:dk2>
      <a:lt2>
        <a:srgbClr val="DAD3D1"/>
      </a:lt2>
      <a:accent1>
        <a:srgbClr val="E3032C"/>
      </a:accent1>
      <a:accent2>
        <a:srgbClr val="36B03F"/>
      </a:accent2>
      <a:accent3>
        <a:srgbClr val="4450C6"/>
      </a:accent3>
      <a:accent4>
        <a:srgbClr val="FABD15"/>
      </a:accent4>
      <a:accent5>
        <a:srgbClr val="6EA6FF"/>
      </a:accent5>
      <a:accent6>
        <a:srgbClr val="FF6200"/>
      </a:accent6>
      <a:hlink>
        <a:srgbClr val="0092AE"/>
      </a:hlink>
      <a:folHlink>
        <a:srgbClr val="EAF4F8"/>
      </a:folHlink>
    </a:clrScheme>
    <a:fontScheme name="OKO">
      <a:majorFont>
        <a:latin typeface="Century Gothic"/>
        <a:ea typeface=""/>
        <a:cs typeface=""/>
      </a:majorFont>
      <a:minorFont>
        <a:latin typeface="Century Gothic"/>
        <a:ea typeface=""/>
        <a:cs typeface=""/>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1400" b="1" dirty="0">
            <a:latin typeface="Arial" panose="020B0604020202020204" pitchFamily="34" charset="0"/>
            <a:cs typeface="Arial" panose="020B0604020202020204" pitchFamily="34" charset="0"/>
          </a:defRPr>
        </a:defPPr>
      </a:lstStyle>
    </a:txDef>
  </a:objectDefaults>
  <a:extraClrScheme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lcf76f155ced4ddcb4097134ff3c332f xmlns="4e95bed8-6d15-4403-ad70-a53422338dca">
      <Terms xmlns="http://schemas.microsoft.com/office/infopath/2007/PartnerControls"/>
    </lcf76f155ced4ddcb4097134ff3c332f>
    <_ip_UnifiedCompliancePolicyProperties xmlns="http://schemas.microsoft.com/sharepoint/v3" xsi:nil="true"/>
    <TaxCatchAll xmlns="d045ab76-3bb7-45f5-ab41-d7b04aa0dc94" xsi:nil="true"/>
    <TaxKeywordTaxHTField xmlns="d045ab76-3bb7-45f5-ab41-d7b04aa0dc94">
      <Terms xmlns="http://schemas.microsoft.com/office/infopath/2007/PartnerControls"/>
    </TaxKeywordTaxHTField>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C4EA295FB1FB9547A73C9F5819D6E613" ma:contentTypeVersion="22" ma:contentTypeDescription="Een nieuw document maken." ma:contentTypeScope="" ma:versionID="e49181b65574406c5282aee675d2d615">
  <xsd:schema xmlns:xsd="http://www.w3.org/2001/XMLSchema" xmlns:xs="http://www.w3.org/2001/XMLSchema" xmlns:p="http://schemas.microsoft.com/office/2006/metadata/properties" xmlns:ns1="http://schemas.microsoft.com/sharepoint/v3" xmlns:ns2="4e95bed8-6d15-4403-ad70-a53422338dca" xmlns:ns3="10d3344f-2d16-43d9-a145-97142f5cb288" xmlns:ns4="d045ab76-3bb7-45f5-ab41-d7b04aa0dc94" targetNamespace="http://schemas.microsoft.com/office/2006/metadata/properties" ma:root="true" ma:fieldsID="cc6d884b6a76c93e77d17ea8b02330de" ns1:_="" ns2:_="" ns3:_="" ns4:_="">
    <xsd:import namespace="http://schemas.microsoft.com/sharepoint/v3"/>
    <xsd:import namespace="4e95bed8-6d15-4403-ad70-a53422338dca"/>
    <xsd:import namespace="10d3344f-2d16-43d9-a145-97142f5cb288"/>
    <xsd:import namespace="d045ab76-3bb7-45f5-ab41-d7b04aa0dc94"/>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LengthInSeconds" minOccurs="0"/>
                <xsd:element ref="ns2:MediaServiceAutoKeyPoints" minOccurs="0"/>
                <xsd:element ref="ns2:MediaServiceKeyPoints" minOccurs="0"/>
                <xsd:element ref="ns2:MediaServiceDateTaken" minOccurs="0"/>
                <xsd:element ref="ns3:SharedWithUsers" minOccurs="0"/>
                <xsd:element ref="ns3:SharedWithDetails" minOccurs="0"/>
                <xsd:element ref="ns2:MediaServiceOCR" minOccurs="0"/>
                <xsd:element ref="ns2:lcf76f155ced4ddcb4097134ff3c332f" minOccurs="0"/>
                <xsd:element ref="ns4:TaxCatchAll" minOccurs="0"/>
                <xsd:element ref="ns2:MediaServiceLocation" minOccurs="0"/>
                <xsd:element ref="ns1:_ip_UnifiedCompliancePolicyProperties" minOccurs="0"/>
                <xsd:element ref="ns1:_ip_UnifiedCompliancePolicyUIAction" minOccurs="0"/>
                <xsd:element ref="ns2:MediaServiceObjectDetectorVersions" minOccurs="0"/>
                <xsd:element ref="ns2:MediaServiceSearchProperties" minOccurs="0"/>
                <xsd:element ref="ns4:TaxKeywordTaxHTFiel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4" nillable="true" ma:displayName="Eigenschappen van het geïntegreerd beleid voor naleving" ma:hidden="true" ma:internalName="_ip_UnifiedCompliancePolicyProperties">
      <xsd:simpleType>
        <xsd:restriction base="dms:Note"/>
      </xsd:simpleType>
    </xsd:element>
    <xsd:element name="_ip_UnifiedCompliancePolicyUIAction" ma:index="25" nillable="true" ma:displayName="Actie van de gebruikersinterface van het geïntegreerd beleid voor naleving"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e95bed8-6d15-4403-ad70-a53422338dc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lcf76f155ced4ddcb4097134ff3c332f" ma:index="21" nillable="true" ma:taxonomy="true" ma:internalName="lcf76f155ced4ddcb4097134ff3c332f" ma:taxonomyFieldName="MediaServiceImageTags" ma:displayName="Afbeeldingtags" ma:readOnly="false" ma:fieldId="{5cf76f15-5ced-4ddc-b409-7134ff3c332f}" ma:taxonomyMulti="true" ma:sspId="6a01bbcf-c6fe-4904-b3d7-d8e248b039cf"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ternalName="MediaServiceLocation" ma:readOnly="true">
      <xsd:simpleType>
        <xsd:restriction base="dms:Text"/>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7"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0d3344f-2d16-43d9-a145-97142f5cb288" elementFormDefault="qualified">
    <xsd:import namespace="http://schemas.microsoft.com/office/2006/documentManagement/types"/>
    <xsd:import namespace="http://schemas.microsoft.com/office/infopath/2007/PartnerControls"/>
    <xsd:element name="SharedWithUsers" ma:index="17"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Gedeeld met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045ab76-3bb7-45f5-ab41-d7b04aa0dc94" elementFormDefault="qualified">
    <xsd:import namespace="http://schemas.microsoft.com/office/2006/documentManagement/types"/>
    <xsd:import namespace="http://schemas.microsoft.com/office/infopath/2007/PartnerControls"/>
    <xsd:element name="TaxCatchAll" ma:index="22" nillable="true" ma:displayName="Taxonomy Catch All Column" ma:hidden="true" ma:list="{fa7ae801-cb9e-41d3-a15b-605146dc1d91}" ma:internalName="TaxCatchAll" ma:showField="CatchAllData" ma:web="10d3344f-2d16-43d9-a145-97142f5cb288">
      <xsd:complexType>
        <xsd:complexContent>
          <xsd:extension base="dms:MultiChoiceLookup">
            <xsd:sequence>
              <xsd:element name="Value" type="dms:Lookup" maxOccurs="unbounded" minOccurs="0" nillable="true"/>
            </xsd:sequence>
          </xsd:extension>
        </xsd:complexContent>
      </xsd:complexType>
    </xsd:element>
    <xsd:element name="TaxKeywordTaxHTField" ma:index="29" nillable="true" ma:taxonomy="true" ma:internalName="TaxKeywordTaxHTField" ma:taxonomyFieldName="TaxKeyword" ma:displayName="Ondernemingstrefwoorden" ma:fieldId="{23f27201-bee3-471e-b2e7-b64fd8b7ca38}" ma:taxonomyMulti="true" ma:sspId="6a01bbcf-c6fe-4904-b3d7-d8e248b039cf" ma:termSetId="00000000-0000-0000-0000-000000000000" ma:anchorId="00000000-0000-0000-0000-000000000000" ma:open="true" ma:isKeyword="tru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4797234-1F06-4080-A1F9-30DCE4CF2F06}">
  <ds:schemaRefs>
    <ds:schemaRef ds:uri="http://schemas.microsoft.com/sharepoint/v3/contenttype/forms"/>
  </ds:schemaRefs>
</ds:datastoreItem>
</file>

<file path=customXml/itemProps2.xml><?xml version="1.0" encoding="utf-8"?>
<ds:datastoreItem xmlns:ds="http://schemas.openxmlformats.org/officeDocument/2006/customXml" ds:itemID="{428373FD-713A-4C43-B3FE-80F0E3D63506}">
  <ds:schemaRefs>
    <ds:schemaRef ds:uri="http://schemas.microsoft.com/office/2006/documentManagement/types"/>
    <ds:schemaRef ds:uri="http://purl.org/dc/terms/"/>
    <ds:schemaRef ds:uri="http://www.w3.org/XML/1998/namespace"/>
    <ds:schemaRef ds:uri="http://schemas.microsoft.com/office/2006/metadata/properties"/>
    <ds:schemaRef ds:uri="http://schemas.openxmlformats.org/package/2006/metadata/core-properties"/>
    <ds:schemaRef ds:uri="http://schemas.microsoft.com/office/infopath/2007/PartnerControls"/>
    <ds:schemaRef ds:uri="c1085ce0-992b-4e2c-bc8b-9e7e29361dd3"/>
    <ds:schemaRef ds:uri="http://purl.org/dc/dcmitype/"/>
    <ds:schemaRef ds:uri="http://purl.org/dc/elements/1.1/"/>
    <ds:schemaRef ds:uri="http://schemas.microsoft.com/sharepoint/v3"/>
    <ds:schemaRef ds:uri="4e95bed8-6d15-4403-ad70-a53422338dca"/>
    <ds:schemaRef ds:uri="d045ab76-3bb7-45f5-ab41-d7b04aa0dc94"/>
  </ds:schemaRefs>
</ds:datastoreItem>
</file>

<file path=customXml/itemProps3.xml><?xml version="1.0" encoding="utf-8"?>
<ds:datastoreItem xmlns:ds="http://schemas.openxmlformats.org/officeDocument/2006/customXml" ds:itemID="{4F1CF73A-4EA0-4141-87E3-9F6DA2499A4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4e95bed8-6d15-4403-ad70-a53422338dca"/>
    <ds:schemaRef ds:uri="10d3344f-2d16-43d9-a145-97142f5cb288"/>
    <ds:schemaRef ds:uri="d045ab76-3bb7-45f5-ab41-d7b04aa0dc9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5549</TotalTime>
  <Words>0</Words>
  <Application>Microsoft Office PowerPoint</Application>
  <PresentationFormat>Breedbeeld</PresentationFormat>
  <Paragraphs>0</Paragraphs>
  <Slides>0</Slides>
  <Notes>0</Notes>
  <HiddenSlides>0</HiddenSlides>
  <MMClips>0</MMClips>
  <ScaleCrop>false</ScaleCrop>
  <HeadingPairs>
    <vt:vector size="6" baseType="variant">
      <vt:variant>
        <vt:lpstr>Gebruikte lettertypen</vt:lpstr>
      </vt:variant>
      <vt:variant>
        <vt:i4>5</vt:i4>
      </vt:variant>
      <vt:variant>
        <vt:lpstr>Thema</vt:lpstr>
      </vt:variant>
      <vt:variant>
        <vt:i4>1</vt:i4>
      </vt:variant>
      <vt:variant>
        <vt:lpstr>Diatitels</vt:lpstr>
      </vt:variant>
      <vt:variant>
        <vt:i4>0</vt:i4>
      </vt:variant>
    </vt:vector>
  </HeadingPairs>
  <TitlesOfParts>
    <vt:vector size="6" baseType="lpstr">
      <vt:lpstr>Arial</vt:lpstr>
      <vt:lpstr>Calibri</vt:lpstr>
      <vt:lpstr>Century Gothic</vt:lpstr>
      <vt:lpstr>Serifa Std 45 Light</vt:lpstr>
      <vt:lpstr>Serifa Std 55 Roman</vt:lpstr>
      <vt:lpstr>Rapportage</vt:lpstr>
    </vt:vector>
  </TitlesOfParts>
  <Company>RDP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Maessen, Carla</dc:creator>
  <cp:lastModifiedBy>Vermeulen - van Gent, Sander</cp:lastModifiedBy>
  <cp:revision>6</cp:revision>
  <dcterms:created xsi:type="dcterms:W3CDTF">2021-07-15T09:01:16Z</dcterms:created>
  <dcterms:modified xsi:type="dcterms:W3CDTF">2026-01-07T13:00:56Z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rder">
    <vt:r8>6882400</vt:r8>
  </property>
  <property fmtid="{D5CDD505-2E9C-101B-9397-08002B2CF9AE}" pid="3" name="MSIP_Label_ce8bfa01-cc62-4e0e-8713-2f7da2586bef_Enabled">
    <vt:lpwstr>true</vt:lpwstr>
  </property>
  <property fmtid="{D5CDD505-2E9C-101B-9397-08002B2CF9AE}" pid="4" name="MSIP_Label_ce8bfa01-cc62-4e0e-8713-2f7da2586bef_SetDate">
    <vt:lpwstr>2022-02-23T08:06:28Z</vt:lpwstr>
  </property>
  <property fmtid="{D5CDD505-2E9C-101B-9397-08002B2CF9AE}" pid="5" name="MSIP_Label_ce8bfa01-cc62-4e0e-8713-2f7da2586bef_Method">
    <vt:lpwstr>Privileged</vt:lpwstr>
  </property>
  <property fmtid="{D5CDD505-2E9C-101B-9397-08002B2CF9AE}" pid="6" name="MSIP_Label_ce8bfa01-cc62-4e0e-8713-2f7da2586bef_Name">
    <vt:lpwstr>Bedrijfsvertrouwelijk (BBN1)</vt:lpwstr>
  </property>
  <property fmtid="{D5CDD505-2E9C-101B-9397-08002B2CF9AE}" pid="7" name="MSIP_Label_ce8bfa01-cc62-4e0e-8713-2f7da2586bef_SiteId">
    <vt:lpwstr>e90fbc72-bc3b-4475-8f41-70d1d17ccf33</vt:lpwstr>
  </property>
  <property fmtid="{D5CDD505-2E9C-101B-9397-08002B2CF9AE}" pid="8" name="MSIP_Label_ce8bfa01-cc62-4e0e-8713-2f7da2586bef_ActionId">
    <vt:lpwstr>9446abc7-3ad8-491d-928a-af1e5bfbd14d</vt:lpwstr>
  </property>
  <property fmtid="{D5CDD505-2E9C-101B-9397-08002B2CF9AE}" pid="9" name="MSIP_Label_ce8bfa01-cc62-4e0e-8713-2f7da2586bef_ContentBits">
    <vt:lpwstr>2</vt:lpwstr>
  </property>
  <property fmtid="{D5CDD505-2E9C-101B-9397-08002B2CF9AE}" pid="10" name="ClassificationContentMarkingFooterLocations">
    <vt:lpwstr>Gemeenterapportage:5</vt:lpwstr>
  </property>
  <property fmtid="{D5CDD505-2E9C-101B-9397-08002B2CF9AE}" pid="11" name="ClassificationContentMarkingFooterText">
    <vt:lpwstr>Bedrijfsvertrouwelijk (BBN1)</vt:lpwstr>
  </property>
  <property fmtid="{D5CDD505-2E9C-101B-9397-08002B2CF9AE}" pid="12" name="MediaServiceImageTags">
    <vt:lpwstr/>
  </property>
  <property fmtid="{D5CDD505-2E9C-101B-9397-08002B2CF9AE}" pid="13" name="ContentTypeId">
    <vt:lpwstr>0x010100C4EA295FB1FB9547A73C9F5819D6E613</vt:lpwstr>
  </property>
  <property fmtid="{D5CDD505-2E9C-101B-9397-08002B2CF9AE}" pid="14" name="TaxKeyword">
    <vt:lpwstr/>
  </property>
</Properties>
</file>