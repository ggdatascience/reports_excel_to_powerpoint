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5"/>
  </p:notesMasterIdLst>
  <p:handoutMasterIdLst>
    <p:handoutMasterId r:id="rId6"/>
  </p:handoutMasterIdLst>
  <p:sldSz cx="12192000" cy="6858000"/>
  <p:notesSz cx="6858000" cy="9144000"/>
  <p:defaultTextStyle>
    <a:defPPr>
      <a:defRPr lang="nl-NL"/>
    </a:defPPr>
    <a:lvl1pPr marL="0" algn="l" defTabSz="839852" rtl="0" eaLnBrk="1" latinLnBrk="0" hangingPunct="1">
      <a:defRPr sz="1653" kern="1200">
        <a:solidFill>
          <a:schemeClr val="tx1"/>
        </a:solidFill>
        <a:latin typeface="+mn-lt"/>
        <a:ea typeface="+mn-ea"/>
        <a:cs typeface="+mn-cs"/>
      </a:defRPr>
    </a:lvl1pPr>
    <a:lvl2pPr marL="419926" algn="l" defTabSz="839852" rtl="0" eaLnBrk="1" latinLnBrk="0" hangingPunct="1">
      <a:defRPr sz="1653" kern="1200">
        <a:solidFill>
          <a:schemeClr val="tx1"/>
        </a:solidFill>
        <a:latin typeface="+mn-lt"/>
        <a:ea typeface="+mn-ea"/>
        <a:cs typeface="+mn-cs"/>
      </a:defRPr>
    </a:lvl2pPr>
    <a:lvl3pPr marL="839852" algn="l" defTabSz="839852" rtl="0" eaLnBrk="1" latinLnBrk="0" hangingPunct="1">
      <a:defRPr sz="1653" kern="1200">
        <a:solidFill>
          <a:schemeClr val="tx1"/>
        </a:solidFill>
        <a:latin typeface="+mn-lt"/>
        <a:ea typeface="+mn-ea"/>
        <a:cs typeface="+mn-cs"/>
      </a:defRPr>
    </a:lvl3pPr>
    <a:lvl4pPr marL="1259779" algn="l" defTabSz="839852" rtl="0" eaLnBrk="1" latinLnBrk="0" hangingPunct="1">
      <a:defRPr sz="1653" kern="1200">
        <a:solidFill>
          <a:schemeClr val="tx1"/>
        </a:solidFill>
        <a:latin typeface="+mn-lt"/>
        <a:ea typeface="+mn-ea"/>
        <a:cs typeface="+mn-cs"/>
      </a:defRPr>
    </a:lvl4pPr>
    <a:lvl5pPr marL="1679704" algn="l" defTabSz="839852" rtl="0" eaLnBrk="1" latinLnBrk="0" hangingPunct="1">
      <a:defRPr sz="1653" kern="1200">
        <a:solidFill>
          <a:schemeClr val="tx1"/>
        </a:solidFill>
        <a:latin typeface="+mn-lt"/>
        <a:ea typeface="+mn-ea"/>
        <a:cs typeface="+mn-cs"/>
      </a:defRPr>
    </a:lvl5pPr>
    <a:lvl6pPr marL="2099630" algn="l" defTabSz="839852" rtl="0" eaLnBrk="1" latinLnBrk="0" hangingPunct="1">
      <a:defRPr sz="1653" kern="1200">
        <a:solidFill>
          <a:schemeClr val="tx1"/>
        </a:solidFill>
        <a:latin typeface="+mn-lt"/>
        <a:ea typeface="+mn-ea"/>
        <a:cs typeface="+mn-cs"/>
      </a:defRPr>
    </a:lvl6pPr>
    <a:lvl7pPr marL="2519556" algn="l" defTabSz="839852" rtl="0" eaLnBrk="1" latinLnBrk="0" hangingPunct="1">
      <a:defRPr sz="1653" kern="1200">
        <a:solidFill>
          <a:schemeClr val="tx1"/>
        </a:solidFill>
        <a:latin typeface="+mn-lt"/>
        <a:ea typeface="+mn-ea"/>
        <a:cs typeface="+mn-cs"/>
      </a:defRPr>
    </a:lvl7pPr>
    <a:lvl8pPr marL="2939482" algn="l" defTabSz="839852" rtl="0" eaLnBrk="1" latinLnBrk="0" hangingPunct="1">
      <a:defRPr sz="1653" kern="1200">
        <a:solidFill>
          <a:schemeClr val="tx1"/>
        </a:solidFill>
        <a:latin typeface="+mn-lt"/>
        <a:ea typeface="+mn-ea"/>
        <a:cs typeface="+mn-cs"/>
      </a:defRPr>
    </a:lvl8pPr>
    <a:lvl9pPr marL="3359408" algn="l" defTabSz="839852" rtl="0" eaLnBrk="1" latinLnBrk="0" hangingPunct="1">
      <a:defRPr sz="1653"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545" userDrawn="1">
          <p15:clr>
            <a:srgbClr val="A4A3A4"/>
          </p15:clr>
        </p15:guide>
        <p15:guide id="3"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588E457-F3D1-11F5-0D59-C4CAFD62A8D0}" name="Wijker, Steven" initials="SW" userId="S::s.wijker@VRLN.NL::597581ce-f2a8-40d7-ae85-598b4bd645eb" providerId="AD"/>
  <p188:author id="{A651888C-3F54-6CC8-3A18-DAF3B988797A}" name="Nicole de Jong" initials="NJ" userId="S::nicole.de.jong_vggm.nl#ext#@ggdghornederland.onmicrosoft.com::5d6b3799-3dc4-4a43-8bca-c8e42c7d955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763"/>
    <a:srgbClr val="22243A"/>
    <a:srgbClr val="757AC5"/>
    <a:srgbClr val="4450C6"/>
    <a:srgbClr val="FF6200"/>
    <a:srgbClr val="6EA6FF"/>
    <a:srgbClr val="009898"/>
    <a:srgbClr val="DAD3D1"/>
    <a:srgbClr val="E8525F"/>
    <a:srgbClr val="4F81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CBE63D5-02DD-424C-AE6D-321977844E5F}" v="106" dt="2026-01-15T14:40:19.893"/>
  </p1510:revLst>
</p1510:revInfo>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Stijl, gemiddeld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horzBarState="maximized">
    <p:restoredLeft sz="18520" autoAdjust="0"/>
    <p:restoredTop sz="69291" autoAdjust="0"/>
  </p:normalViewPr>
  <p:slideViewPr>
    <p:cSldViewPr snapToGrid="0">
      <p:cViewPr varScale="1">
        <p:scale>
          <a:sx n="142" d="100"/>
          <a:sy n="142" d="100"/>
        </p:scale>
        <p:origin x="144" y="516"/>
      </p:cViewPr>
      <p:guideLst>
        <p:guide orient="horz" pos="2160"/>
        <p:guide pos="3545"/>
        <p:guide pos="3840"/>
      </p:guideLst>
    </p:cSldViewPr>
  </p:slideViewPr>
  <p:notesTextViewPr>
    <p:cViewPr>
      <p:scale>
        <a:sx n="3" d="2"/>
        <a:sy n="3" d="2"/>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13" Type="http://schemas.microsoft.com/office/2018/10/relationships/authors" Target="author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handoutMaster" Target="handoutMasters/handoutMaster1.xml"/><Relationship Id="rId11" Type="http://schemas.microsoft.com/office/2016/11/relationships/changesInfo" Target="changesInfos/changesInfo1.xml"/><Relationship Id="rId5" Type="http://schemas.openxmlformats.org/officeDocument/2006/relationships/notesMaster" Target="notesMasters/notesMaster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rmeulen - van Gent, Sander" userId="e08259fd-81d2-4a86-9b20-28ba02d67a18" providerId="ADAL" clId="{CD1B3BBE-56CC-4974-BC5E-9FCD75B07556}"/>
    <pc:docChg chg="undo custSel addSld delSld modSld delMainMaster modMainMaster">
      <pc:chgData name="Vermeulen - van Gent, Sander" userId="e08259fd-81d2-4a86-9b20-28ba02d67a18" providerId="ADAL" clId="{CD1B3BBE-56CC-4974-BC5E-9FCD75B07556}" dt="2026-01-15T14:41:06.531" v="3257" actId="1076"/>
      <pc:docMkLst>
        <pc:docMk/>
      </pc:docMkLst>
      <pc:sldMasterChg chg="delSp mod addSldLayout delSldLayout modSldLayout">
        <pc:chgData name="Vermeulen - van Gent, Sander" userId="e08259fd-81d2-4a86-9b20-28ba02d67a18" providerId="ADAL" clId="{CD1B3BBE-56CC-4974-BC5E-9FCD75B07556}" dt="2026-01-15T14:41:06.531" v="3257" actId="1076"/>
        <pc:sldMasterMkLst>
          <pc:docMk/>
          <pc:sldMasterMk cId="582609979" sldId="2147483648"/>
        </pc:sldMasterMkLst>
        <pc:sldLayoutChg chg="addSp delSp modSp mod">
          <pc:chgData name="Vermeulen - van Gent, Sander" userId="e08259fd-81d2-4a86-9b20-28ba02d67a18" providerId="ADAL" clId="{CD1B3BBE-56CC-4974-BC5E-9FCD75B07556}" dt="2026-01-07T13:00:55.112" v="3242" actId="962"/>
          <pc:sldLayoutMkLst>
            <pc:docMk/>
            <pc:sldMasterMk cId="582609979" sldId="2147483648"/>
            <pc:sldLayoutMk cId="2036413586" sldId="2147483653"/>
          </pc:sldLayoutMkLst>
          <pc:spChg chg="add mod">
            <ac:chgData name="Vermeulen - van Gent, Sander" userId="e08259fd-81d2-4a86-9b20-28ba02d67a18" providerId="ADAL" clId="{CD1B3BBE-56CC-4974-BC5E-9FCD75B07556}" dt="2025-12-22T12:12:36.689" v="2896" actId="1076"/>
            <ac:spMkLst>
              <pc:docMk/>
              <pc:sldMasterMk cId="582609979" sldId="2147483648"/>
              <pc:sldLayoutMk cId="2036413586" sldId="2147483653"/>
              <ac:spMk id="3" creationId="{2E304EC1-1C7E-0547-A8B9-C344F217EDE9}"/>
            </ac:spMkLst>
          </pc:spChg>
          <pc:spChg chg="add mod">
            <ac:chgData name="Vermeulen - van Gent, Sander" userId="e08259fd-81d2-4a86-9b20-28ba02d67a18" providerId="ADAL" clId="{CD1B3BBE-56CC-4974-BC5E-9FCD75B07556}" dt="2026-01-07T13:00:55.112" v="3242" actId="962"/>
            <ac:spMkLst>
              <pc:docMk/>
              <pc:sldMasterMk cId="582609979" sldId="2147483648"/>
              <pc:sldLayoutMk cId="2036413586" sldId="2147483653"/>
              <ac:spMk id="5" creationId="{2A6E42E6-86E2-B293-3D25-012C4581C849}"/>
            </ac:spMkLst>
          </pc:spChg>
        </pc:sldLayoutChg>
        <pc:sldLayoutChg chg="addSp delSp modSp mod">
          <pc:chgData name="Vermeulen - van Gent, Sander" userId="e08259fd-81d2-4a86-9b20-28ba02d67a18" providerId="ADAL" clId="{CD1B3BBE-56CC-4974-BC5E-9FCD75B07556}" dt="2026-01-07T08:44:35.146" v="3192"/>
          <pc:sldLayoutMkLst>
            <pc:docMk/>
            <pc:sldMasterMk cId="582609979" sldId="2147483648"/>
            <pc:sldLayoutMk cId="1902983804" sldId="2147483712"/>
          </pc:sldLayoutMkLst>
          <pc:spChg chg="add mod">
            <ac:chgData name="Vermeulen - van Gent, Sander" userId="e08259fd-81d2-4a86-9b20-28ba02d67a18" providerId="ADAL" clId="{CD1B3BBE-56CC-4974-BC5E-9FCD75B07556}" dt="2026-01-07T08:44:35.146" v="3192"/>
            <ac:spMkLst>
              <pc:docMk/>
              <pc:sldMasterMk cId="582609979" sldId="2147483648"/>
              <pc:sldLayoutMk cId="1902983804" sldId="2147483712"/>
              <ac:spMk id="4" creationId="{259864B7-0A96-A0C0-67E2-E16FECEBF7C3}"/>
            </ac:spMkLst>
          </pc:spChg>
          <pc:spChg chg="add mod">
            <ac:chgData name="Vermeulen - van Gent, Sander" userId="e08259fd-81d2-4a86-9b20-28ba02d67a18" providerId="ADAL" clId="{CD1B3BBE-56CC-4974-BC5E-9FCD75B07556}" dt="2026-01-07T08:44:35.146" v="3192"/>
            <ac:spMkLst>
              <pc:docMk/>
              <pc:sldMasterMk cId="582609979" sldId="2147483648"/>
              <pc:sldLayoutMk cId="1902983804" sldId="2147483712"/>
              <ac:spMk id="5" creationId="{EA0E615C-06C3-824B-3B2E-7B74BCECE834}"/>
            </ac:spMkLst>
          </pc:spChg>
          <pc:spChg chg="add mod">
            <ac:chgData name="Vermeulen - van Gent, Sander" userId="e08259fd-81d2-4a86-9b20-28ba02d67a18" providerId="ADAL" clId="{CD1B3BBE-56CC-4974-BC5E-9FCD75B07556}" dt="2026-01-07T08:44:35.146" v="3192"/>
            <ac:spMkLst>
              <pc:docMk/>
              <pc:sldMasterMk cId="582609979" sldId="2147483648"/>
              <pc:sldLayoutMk cId="1902983804" sldId="2147483712"/>
              <ac:spMk id="6" creationId="{43847FB9-DB07-BD66-FB97-63958C614EA8}"/>
            </ac:spMkLst>
          </pc:spChg>
          <pc:spChg chg="mod">
            <ac:chgData name="Vermeulen - van Gent, Sander" userId="e08259fd-81d2-4a86-9b20-28ba02d67a18" providerId="ADAL" clId="{CD1B3BBE-56CC-4974-BC5E-9FCD75B07556}" dt="2025-12-22T12:11:58.090" v="2869" actId="962"/>
            <ac:spMkLst>
              <pc:docMk/>
              <pc:sldMasterMk cId="582609979" sldId="2147483648"/>
              <pc:sldLayoutMk cId="1902983804" sldId="2147483712"/>
              <ac:spMk id="7" creationId="{A53C9265-3CEF-A2C1-7746-C8CDC77B0852}"/>
            </ac:spMkLst>
          </pc:spChg>
          <pc:spChg chg="add mod">
            <ac:chgData name="Vermeulen - van Gent, Sander" userId="e08259fd-81d2-4a86-9b20-28ba02d67a18" providerId="ADAL" clId="{CD1B3BBE-56CC-4974-BC5E-9FCD75B07556}" dt="2026-01-07T08:44:35.146" v="3192"/>
            <ac:spMkLst>
              <pc:docMk/>
              <pc:sldMasterMk cId="582609979" sldId="2147483648"/>
              <pc:sldLayoutMk cId="1902983804" sldId="2147483712"/>
              <ac:spMk id="8" creationId="{42040531-957B-A069-EB3D-FAC8BDF29336}"/>
            </ac:spMkLst>
          </pc:spChg>
          <pc:cxnChg chg="add mod">
            <ac:chgData name="Vermeulen - van Gent, Sander" userId="e08259fd-81d2-4a86-9b20-28ba02d67a18" providerId="ADAL" clId="{CD1B3BBE-56CC-4974-BC5E-9FCD75B07556}" dt="2026-01-07T08:44:35.146" v="3192"/>
            <ac:cxnSpMkLst>
              <pc:docMk/>
              <pc:sldMasterMk cId="582609979" sldId="2147483648"/>
              <pc:sldLayoutMk cId="1902983804" sldId="2147483712"/>
              <ac:cxnSpMk id="2" creationId="{E95AE16C-74AB-6E76-AC04-10E710466F82}"/>
            </ac:cxnSpMkLst>
          </pc:cxnChg>
        </pc:sldLayoutChg>
        <pc:sldLayoutChg chg="addSp delSp modSp mod">
          <pc:chgData name="Vermeulen - van Gent, Sander" userId="e08259fd-81d2-4a86-9b20-28ba02d67a18" providerId="ADAL" clId="{CD1B3BBE-56CC-4974-BC5E-9FCD75B07556}" dt="2025-12-22T12:43:41.455" v="3098" actId="13244"/>
          <pc:sldLayoutMkLst>
            <pc:docMk/>
            <pc:sldMasterMk cId="582609979" sldId="2147483648"/>
            <pc:sldLayoutMk cId="3363622841" sldId="2147483714"/>
          </pc:sldLayoutMkLst>
          <pc:spChg chg="mod ord">
            <ac:chgData name="Vermeulen - van Gent, Sander" userId="e08259fd-81d2-4a86-9b20-28ba02d67a18" providerId="ADAL" clId="{CD1B3BBE-56CC-4974-BC5E-9FCD75B07556}" dt="2025-12-22T12:43:41.455" v="3098" actId="13244"/>
            <ac:spMkLst>
              <pc:docMk/>
              <pc:sldMasterMk cId="582609979" sldId="2147483648"/>
              <pc:sldLayoutMk cId="3363622841" sldId="2147483714"/>
              <ac:spMk id="7" creationId="{AA0CA219-2428-2DC8-8B60-DFF85A1CC921}"/>
            </ac:spMkLst>
          </pc:spChg>
          <pc:spChg chg="add mod">
            <ac:chgData name="Vermeulen - van Gent, Sander" userId="e08259fd-81d2-4a86-9b20-28ba02d67a18" providerId="ADAL" clId="{CD1B3BBE-56CC-4974-BC5E-9FCD75B07556}" dt="2025-12-22T12:13:17.248" v="2921" actId="20577"/>
            <ac:spMkLst>
              <pc:docMk/>
              <pc:sldMasterMk cId="582609979" sldId="2147483648"/>
              <pc:sldLayoutMk cId="3363622841" sldId="2147483714"/>
              <ac:spMk id="13" creationId="{A8C0F8F3-4EF2-559B-A953-A00341A358C3}"/>
            </ac:spMkLst>
          </pc:spChg>
          <pc:spChg chg="add mod">
            <ac:chgData name="Vermeulen - van Gent, Sander" userId="e08259fd-81d2-4a86-9b20-28ba02d67a18" providerId="ADAL" clId="{CD1B3BBE-56CC-4974-BC5E-9FCD75B07556}" dt="2025-12-22T12:17:03.593" v="3029" actId="1076"/>
            <ac:spMkLst>
              <pc:docMk/>
              <pc:sldMasterMk cId="582609979" sldId="2147483648"/>
              <pc:sldLayoutMk cId="3363622841" sldId="2147483714"/>
              <ac:spMk id="15" creationId="{D5F46DB6-750B-05CD-08B8-CF366255579E}"/>
            </ac:spMkLst>
          </pc:spChg>
          <pc:picChg chg="mod">
            <ac:chgData name="Vermeulen - van Gent, Sander" userId="e08259fd-81d2-4a86-9b20-28ba02d67a18" providerId="ADAL" clId="{CD1B3BBE-56CC-4974-BC5E-9FCD75B07556}" dt="2025-12-22T12:43:34.616" v="3096" actId="962"/>
            <ac:picMkLst>
              <pc:docMk/>
              <pc:sldMasterMk cId="582609979" sldId="2147483648"/>
              <pc:sldLayoutMk cId="3363622841" sldId="2147483714"/>
              <ac:picMk id="2" creationId="{9E694703-6FF2-B7E3-6462-431B2CE255CF}"/>
            </ac:picMkLst>
          </pc:picChg>
        </pc:sldLayoutChg>
        <pc:sldLayoutChg chg="addSp delSp modSp add mod modTransition">
          <pc:chgData name="Vermeulen - van Gent, Sander" userId="e08259fd-81d2-4a86-9b20-28ba02d67a18" providerId="ADAL" clId="{CD1B3BBE-56CC-4974-BC5E-9FCD75B07556}" dt="2026-01-07T08:44:55.310" v="3194"/>
          <pc:sldLayoutMkLst>
            <pc:docMk/>
            <pc:sldMasterMk cId="582609979" sldId="2147483648"/>
            <pc:sldLayoutMk cId="3350624530" sldId="2147483715"/>
          </pc:sldLayoutMkLst>
          <pc:spChg chg="add mod">
            <ac:chgData name="Vermeulen - van Gent, Sander" userId="e08259fd-81d2-4a86-9b20-28ba02d67a18" providerId="ADAL" clId="{CD1B3BBE-56CC-4974-BC5E-9FCD75B07556}" dt="2026-01-07T08:44:55.310" v="3194"/>
            <ac:spMkLst>
              <pc:docMk/>
              <pc:sldMasterMk cId="582609979" sldId="2147483648"/>
              <pc:sldLayoutMk cId="3350624530" sldId="2147483715"/>
              <ac:spMk id="4" creationId="{9D4D247F-EED3-751A-0049-01F139CA96DF}"/>
            </ac:spMkLst>
          </pc:spChg>
          <pc:spChg chg="add mod">
            <ac:chgData name="Vermeulen - van Gent, Sander" userId="e08259fd-81d2-4a86-9b20-28ba02d67a18" providerId="ADAL" clId="{CD1B3BBE-56CC-4974-BC5E-9FCD75B07556}" dt="2026-01-07T08:44:55.310" v="3194"/>
            <ac:spMkLst>
              <pc:docMk/>
              <pc:sldMasterMk cId="582609979" sldId="2147483648"/>
              <pc:sldLayoutMk cId="3350624530" sldId="2147483715"/>
              <ac:spMk id="5" creationId="{8476CF55-AC4B-A51E-B67D-0043B13FC3C0}"/>
            </ac:spMkLst>
          </pc:spChg>
          <pc:spChg chg="add mod">
            <ac:chgData name="Vermeulen - van Gent, Sander" userId="e08259fd-81d2-4a86-9b20-28ba02d67a18" providerId="ADAL" clId="{CD1B3BBE-56CC-4974-BC5E-9FCD75B07556}" dt="2026-01-07T08:44:55.310" v="3194"/>
            <ac:spMkLst>
              <pc:docMk/>
              <pc:sldMasterMk cId="582609979" sldId="2147483648"/>
              <pc:sldLayoutMk cId="3350624530" sldId="2147483715"/>
              <ac:spMk id="6" creationId="{051C7A14-B993-DB3C-D3AE-27FA3E10C10C}"/>
            </ac:spMkLst>
          </pc:spChg>
          <pc:spChg chg="mod">
            <ac:chgData name="Vermeulen - van Gent, Sander" userId="e08259fd-81d2-4a86-9b20-28ba02d67a18" providerId="ADAL" clId="{CD1B3BBE-56CC-4974-BC5E-9FCD75B07556}" dt="2025-12-22T12:14:09.567" v="2950" actId="20577"/>
            <ac:spMkLst>
              <pc:docMk/>
              <pc:sldMasterMk cId="582609979" sldId="2147483648"/>
              <pc:sldLayoutMk cId="3350624530" sldId="2147483715"/>
              <ac:spMk id="7" creationId="{A53C9265-3CEF-A2C1-7746-C8CDC77B0852}"/>
            </ac:spMkLst>
          </pc:spChg>
          <pc:spChg chg="add mod">
            <ac:chgData name="Vermeulen - van Gent, Sander" userId="e08259fd-81d2-4a86-9b20-28ba02d67a18" providerId="ADAL" clId="{CD1B3BBE-56CC-4974-BC5E-9FCD75B07556}" dt="2026-01-07T08:44:55.310" v="3194"/>
            <ac:spMkLst>
              <pc:docMk/>
              <pc:sldMasterMk cId="582609979" sldId="2147483648"/>
              <pc:sldLayoutMk cId="3350624530" sldId="2147483715"/>
              <ac:spMk id="8" creationId="{37BFBFD0-42A1-EEE7-4558-A7D2A210A689}"/>
            </ac:spMkLst>
          </pc:spChg>
          <pc:cxnChg chg="add mod">
            <ac:chgData name="Vermeulen - van Gent, Sander" userId="e08259fd-81d2-4a86-9b20-28ba02d67a18" providerId="ADAL" clId="{CD1B3BBE-56CC-4974-BC5E-9FCD75B07556}" dt="2026-01-07T08:44:55.310" v="3194"/>
            <ac:cxnSpMkLst>
              <pc:docMk/>
              <pc:sldMasterMk cId="582609979" sldId="2147483648"/>
              <pc:sldLayoutMk cId="3350624530" sldId="2147483715"/>
              <ac:cxnSpMk id="2" creationId="{4C538D0C-D1BB-354E-B7C4-7DBDC4B35CC3}"/>
            </ac:cxnSpMkLst>
          </pc:cxnChg>
        </pc:sldLayoutChg>
        <pc:sldLayoutChg chg="addSp delSp modSp add mod modTransition">
          <pc:chgData name="Vermeulen - van Gent, Sander" userId="e08259fd-81d2-4a86-9b20-28ba02d67a18" providerId="ADAL" clId="{CD1B3BBE-56CC-4974-BC5E-9FCD75B07556}" dt="2026-01-07T08:44:58.578" v="3196"/>
          <pc:sldLayoutMkLst>
            <pc:docMk/>
            <pc:sldMasterMk cId="582609979" sldId="2147483648"/>
            <pc:sldLayoutMk cId="3253258482" sldId="2147483716"/>
          </pc:sldLayoutMkLst>
          <pc:spChg chg="add mod">
            <ac:chgData name="Vermeulen - van Gent, Sander" userId="e08259fd-81d2-4a86-9b20-28ba02d67a18" providerId="ADAL" clId="{CD1B3BBE-56CC-4974-BC5E-9FCD75B07556}" dt="2026-01-07T08:44:58.578" v="3196"/>
            <ac:spMkLst>
              <pc:docMk/>
              <pc:sldMasterMk cId="582609979" sldId="2147483648"/>
              <pc:sldLayoutMk cId="3253258482" sldId="2147483716"/>
              <ac:spMk id="4" creationId="{E5A62323-24A9-E383-542D-BC2A84B03789}"/>
            </ac:spMkLst>
          </pc:spChg>
          <pc:spChg chg="add mod">
            <ac:chgData name="Vermeulen - van Gent, Sander" userId="e08259fd-81d2-4a86-9b20-28ba02d67a18" providerId="ADAL" clId="{CD1B3BBE-56CC-4974-BC5E-9FCD75B07556}" dt="2026-01-07T08:44:58.578" v="3196"/>
            <ac:spMkLst>
              <pc:docMk/>
              <pc:sldMasterMk cId="582609979" sldId="2147483648"/>
              <pc:sldLayoutMk cId="3253258482" sldId="2147483716"/>
              <ac:spMk id="5" creationId="{DD6F7664-0AB6-560D-F884-E70A6131B11E}"/>
            </ac:spMkLst>
          </pc:spChg>
          <pc:spChg chg="add mod">
            <ac:chgData name="Vermeulen - van Gent, Sander" userId="e08259fd-81d2-4a86-9b20-28ba02d67a18" providerId="ADAL" clId="{CD1B3BBE-56CC-4974-BC5E-9FCD75B07556}" dt="2026-01-07T08:44:58.578" v="3196"/>
            <ac:spMkLst>
              <pc:docMk/>
              <pc:sldMasterMk cId="582609979" sldId="2147483648"/>
              <pc:sldLayoutMk cId="3253258482" sldId="2147483716"/>
              <ac:spMk id="6" creationId="{EDF82BE3-44CA-6FC8-56B4-B666976AB7B7}"/>
            </ac:spMkLst>
          </pc:spChg>
          <pc:spChg chg="mod">
            <ac:chgData name="Vermeulen - van Gent, Sander" userId="e08259fd-81d2-4a86-9b20-28ba02d67a18" providerId="ADAL" clId="{CD1B3BBE-56CC-4974-BC5E-9FCD75B07556}" dt="2025-12-22T12:14:26.947" v="2958" actId="17032"/>
            <ac:spMkLst>
              <pc:docMk/>
              <pc:sldMasterMk cId="582609979" sldId="2147483648"/>
              <pc:sldLayoutMk cId="3253258482" sldId="2147483716"/>
              <ac:spMk id="7" creationId="{A53C9265-3CEF-A2C1-7746-C8CDC77B0852}"/>
            </ac:spMkLst>
          </pc:spChg>
          <pc:spChg chg="add mod">
            <ac:chgData name="Vermeulen - van Gent, Sander" userId="e08259fd-81d2-4a86-9b20-28ba02d67a18" providerId="ADAL" clId="{CD1B3BBE-56CC-4974-BC5E-9FCD75B07556}" dt="2026-01-07T08:44:58.578" v="3196"/>
            <ac:spMkLst>
              <pc:docMk/>
              <pc:sldMasterMk cId="582609979" sldId="2147483648"/>
              <pc:sldLayoutMk cId="3253258482" sldId="2147483716"/>
              <ac:spMk id="8" creationId="{8AC7E28E-EA69-8979-7697-0FDA90428B37}"/>
            </ac:spMkLst>
          </pc:spChg>
          <pc:cxnChg chg="add mod">
            <ac:chgData name="Vermeulen - van Gent, Sander" userId="e08259fd-81d2-4a86-9b20-28ba02d67a18" providerId="ADAL" clId="{CD1B3BBE-56CC-4974-BC5E-9FCD75B07556}" dt="2026-01-07T08:44:58.578" v="3196"/>
            <ac:cxnSpMkLst>
              <pc:docMk/>
              <pc:sldMasterMk cId="582609979" sldId="2147483648"/>
              <pc:sldLayoutMk cId="3253258482" sldId="2147483716"/>
              <ac:cxnSpMk id="3" creationId="{56C8CA6E-C8DD-E4C7-9E4F-2F5B8DAB31DF}"/>
            </ac:cxnSpMkLst>
          </pc:cxnChg>
        </pc:sldLayoutChg>
        <pc:sldLayoutChg chg="addSp delSp modSp add mod modTransition">
          <pc:chgData name="Vermeulen - van Gent, Sander" userId="e08259fd-81d2-4a86-9b20-28ba02d67a18" providerId="ADAL" clId="{CD1B3BBE-56CC-4974-BC5E-9FCD75B07556}" dt="2026-01-07T08:46:32.246" v="3214"/>
          <pc:sldLayoutMkLst>
            <pc:docMk/>
            <pc:sldMasterMk cId="582609979" sldId="2147483648"/>
            <pc:sldLayoutMk cId="830588291" sldId="2147483717"/>
          </pc:sldLayoutMkLst>
          <pc:spChg chg="add mod">
            <ac:chgData name="Vermeulen - van Gent, Sander" userId="e08259fd-81d2-4a86-9b20-28ba02d67a18" providerId="ADAL" clId="{CD1B3BBE-56CC-4974-BC5E-9FCD75B07556}" dt="2026-01-07T08:46:32.246" v="3214"/>
            <ac:spMkLst>
              <pc:docMk/>
              <pc:sldMasterMk cId="582609979" sldId="2147483648"/>
              <pc:sldLayoutMk cId="830588291" sldId="2147483717"/>
              <ac:spMk id="4" creationId="{310E4352-31FF-44EB-5021-279E162058B9}"/>
            </ac:spMkLst>
          </pc:spChg>
          <pc:spChg chg="add mod">
            <ac:chgData name="Vermeulen - van Gent, Sander" userId="e08259fd-81d2-4a86-9b20-28ba02d67a18" providerId="ADAL" clId="{CD1B3BBE-56CC-4974-BC5E-9FCD75B07556}" dt="2026-01-07T08:46:32.246" v="3214"/>
            <ac:spMkLst>
              <pc:docMk/>
              <pc:sldMasterMk cId="582609979" sldId="2147483648"/>
              <pc:sldLayoutMk cId="830588291" sldId="2147483717"/>
              <ac:spMk id="5" creationId="{549FA444-6519-F015-40E7-530F58844B81}"/>
            </ac:spMkLst>
          </pc:spChg>
          <pc:spChg chg="add mod">
            <ac:chgData name="Vermeulen - van Gent, Sander" userId="e08259fd-81d2-4a86-9b20-28ba02d67a18" providerId="ADAL" clId="{CD1B3BBE-56CC-4974-BC5E-9FCD75B07556}" dt="2026-01-07T08:46:32.246" v="3214"/>
            <ac:spMkLst>
              <pc:docMk/>
              <pc:sldMasterMk cId="582609979" sldId="2147483648"/>
              <pc:sldLayoutMk cId="830588291" sldId="2147483717"/>
              <ac:spMk id="6" creationId="{F67D3483-9559-7D5C-8A22-30732942E8F9}"/>
            </ac:spMkLst>
          </pc:spChg>
          <pc:spChg chg="mod">
            <ac:chgData name="Vermeulen - van Gent, Sander" userId="e08259fd-81d2-4a86-9b20-28ba02d67a18" providerId="ADAL" clId="{CD1B3BBE-56CC-4974-BC5E-9FCD75B07556}" dt="2025-12-22T12:14:42.082" v="2972" actId="17032"/>
            <ac:spMkLst>
              <pc:docMk/>
              <pc:sldMasterMk cId="582609979" sldId="2147483648"/>
              <pc:sldLayoutMk cId="830588291" sldId="2147483717"/>
              <ac:spMk id="7" creationId="{A53C9265-3CEF-A2C1-7746-C8CDC77B0852}"/>
            </ac:spMkLst>
          </pc:spChg>
          <pc:spChg chg="add mod">
            <ac:chgData name="Vermeulen - van Gent, Sander" userId="e08259fd-81d2-4a86-9b20-28ba02d67a18" providerId="ADAL" clId="{CD1B3BBE-56CC-4974-BC5E-9FCD75B07556}" dt="2026-01-07T08:46:32.246" v="3214"/>
            <ac:spMkLst>
              <pc:docMk/>
              <pc:sldMasterMk cId="582609979" sldId="2147483648"/>
              <pc:sldLayoutMk cId="830588291" sldId="2147483717"/>
              <ac:spMk id="8" creationId="{970EE836-F25C-DF4F-5C39-4E6A87FBE76D}"/>
            </ac:spMkLst>
          </pc:spChg>
          <pc:cxnChg chg="add mod">
            <ac:chgData name="Vermeulen - van Gent, Sander" userId="e08259fd-81d2-4a86-9b20-28ba02d67a18" providerId="ADAL" clId="{CD1B3BBE-56CC-4974-BC5E-9FCD75B07556}" dt="2026-01-07T08:46:32.246" v="3214"/>
            <ac:cxnSpMkLst>
              <pc:docMk/>
              <pc:sldMasterMk cId="582609979" sldId="2147483648"/>
              <pc:sldLayoutMk cId="830588291" sldId="2147483717"/>
              <ac:cxnSpMk id="3" creationId="{9AF48131-3415-6F18-82EA-A7896B2FF722}"/>
            </ac:cxnSpMkLst>
          </pc:cxnChg>
        </pc:sldLayoutChg>
        <pc:sldLayoutChg chg="addSp delSp modSp add mod modTransition">
          <pc:chgData name="Vermeulen - van Gent, Sander" userId="e08259fd-81d2-4a86-9b20-28ba02d67a18" providerId="ADAL" clId="{CD1B3BBE-56CC-4974-BC5E-9FCD75B07556}" dt="2026-01-07T08:46:35.157" v="3216"/>
          <pc:sldLayoutMkLst>
            <pc:docMk/>
            <pc:sldMasterMk cId="582609979" sldId="2147483648"/>
            <pc:sldLayoutMk cId="2787105181" sldId="2147483718"/>
          </pc:sldLayoutMkLst>
          <pc:spChg chg="add mod">
            <ac:chgData name="Vermeulen - van Gent, Sander" userId="e08259fd-81d2-4a86-9b20-28ba02d67a18" providerId="ADAL" clId="{CD1B3BBE-56CC-4974-BC5E-9FCD75B07556}" dt="2026-01-07T08:46:35.157" v="3216"/>
            <ac:spMkLst>
              <pc:docMk/>
              <pc:sldMasterMk cId="582609979" sldId="2147483648"/>
              <pc:sldLayoutMk cId="2787105181" sldId="2147483718"/>
              <ac:spMk id="4" creationId="{C297A7E1-6E15-F8CA-B443-A9B04CFA197E}"/>
            </ac:spMkLst>
          </pc:spChg>
          <pc:spChg chg="add mod">
            <ac:chgData name="Vermeulen - van Gent, Sander" userId="e08259fd-81d2-4a86-9b20-28ba02d67a18" providerId="ADAL" clId="{CD1B3BBE-56CC-4974-BC5E-9FCD75B07556}" dt="2026-01-07T08:46:35.157" v="3216"/>
            <ac:spMkLst>
              <pc:docMk/>
              <pc:sldMasterMk cId="582609979" sldId="2147483648"/>
              <pc:sldLayoutMk cId="2787105181" sldId="2147483718"/>
              <ac:spMk id="5" creationId="{B2ECB286-47B4-17AE-F2C6-05C4DB5A171D}"/>
            </ac:spMkLst>
          </pc:spChg>
          <pc:spChg chg="add mod">
            <ac:chgData name="Vermeulen - van Gent, Sander" userId="e08259fd-81d2-4a86-9b20-28ba02d67a18" providerId="ADAL" clId="{CD1B3BBE-56CC-4974-BC5E-9FCD75B07556}" dt="2026-01-07T08:46:35.157" v="3216"/>
            <ac:spMkLst>
              <pc:docMk/>
              <pc:sldMasterMk cId="582609979" sldId="2147483648"/>
              <pc:sldLayoutMk cId="2787105181" sldId="2147483718"/>
              <ac:spMk id="6" creationId="{2D4A4CAC-D4F3-C532-68DA-A6ED8490477B}"/>
            </ac:spMkLst>
          </pc:spChg>
          <pc:spChg chg="mod">
            <ac:chgData name="Vermeulen - van Gent, Sander" userId="e08259fd-81d2-4a86-9b20-28ba02d67a18" providerId="ADAL" clId="{CD1B3BBE-56CC-4974-BC5E-9FCD75B07556}" dt="2025-12-22T12:15:05.918" v="3010" actId="17032"/>
            <ac:spMkLst>
              <pc:docMk/>
              <pc:sldMasterMk cId="582609979" sldId="2147483648"/>
              <pc:sldLayoutMk cId="2787105181" sldId="2147483718"/>
              <ac:spMk id="7" creationId="{A53C9265-3CEF-A2C1-7746-C8CDC77B0852}"/>
            </ac:spMkLst>
          </pc:spChg>
          <pc:spChg chg="add mod">
            <ac:chgData name="Vermeulen - van Gent, Sander" userId="e08259fd-81d2-4a86-9b20-28ba02d67a18" providerId="ADAL" clId="{CD1B3BBE-56CC-4974-BC5E-9FCD75B07556}" dt="2026-01-07T08:46:35.157" v="3216"/>
            <ac:spMkLst>
              <pc:docMk/>
              <pc:sldMasterMk cId="582609979" sldId="2147483648"/>
              <pc:sldLayoutMk cId="2787105181" sldId="2147483718"/>
              <ac:spMk id="8" creationId="{98EE597A-8E57-C416-4818-2A6539A544BF}"/>
            </ac:spMkLst>
          </pc:spChg>
          <pc:cxnChg chg="add mod">
            <ac:chgData name="Vermeulen - van Gent, Sander" userId="e08259fd-81d2-4a86-9b20-28ba02d67a18" providerId="ADAL" clId="{CD1B3BBE-56CC-4974-BC5E-9FCD75B07556}" dt="2026-01-07T08:46:35.157" v="3216"/>
            <ac:cxnSpMkLst>
              <pc:docMk/>
              <pc:sldMasterMk cId="582609979" sldId="2147483648"/>
              <pc:sldLayoutMk cId="2787105181" sldId="2147483718"/>
              <ac:cxnSpMk id="3" creationId="{2BF7F8DD-F476-16F9-EDE2-0FE5A9ACE6A1}"/>
            </ac:cxnSpMkLst>
          </pc:cxnChg>
        </pc:sldLayoutChg>
        <pc:sldLayoutChg chg="addSp delSp modSp add mod modTransition">
          <pc:chgData name="Vermeulen - van Gent, Sander" userId="e08259fd-81d2-4a86-9b20-28ba02d67a18" providerId="ADAL" clId="{CD1B3BBE-56CC-4974-BC5E-9FCD75B07556}" dt="2026-01-07T08:46:37.733" v="3218"/>
          <pc:sldLayoutMkLst>
            <pc:docMk/>
            <pc:sldMasterMk cId="582609979" sldId="2147483648"/>
            <pc:sldLayoutMk cId="1634006264" sldId="2147483719"/>
          </pc:sldLayoutMkLst>
          <pc:spChg chg="add mod">
            <ac:chgData name="Vermeulen - van Gent, Sander" userId="e08259fd-81d2-4a86-9b20-28ba02d67a18" providerId="ADAL" clId="{CD1B3BBE-56CC-4974-BC5E-9FCD75B07556}" dt="2026-01-07T08:46:37.733" v="3218"/>
            <ac:spMkLst>
              <pc:docMk/>
              <pc:sldMasterMk cId="582609979" sldId="2147483648"/>
              <pc:sldLayoutMk cId="1634006264" sldId="2147483719"/>
              <ac:spMk id="4" creationId="{C1D5114C-ACD1-1EFD-CDAD-4C1AAA378482}"/>
            </ac:spMkLst>
          </pc:spChg>
          <pc:spChg chg="add mod">
            <ac:chgData name="Vermeulen - van Gent, Sander" userId="e08259fd-81d2-4a86-9b20-28ba02d67a18" providerId="ADAL" clId="{CD1B3BBE-56CC-4974-BC5E-9FCD75B07556}" dt="2026-01-07T08:46:37.733" v="3218"/>
            <ac:spMkLst>
              <pc:docMk/>
              <pc:sldMasterMk cId="582609979" sldId="2147483648"/>
              <pc:sldLayoutMk cId="1634006264" sldId="2147483719"/>
              <ac:spMk id="5" creationId="{35C1E2D5-FD9C-5E32-FC89-CBFB150E120E}"/>
            </ac:spMkLst>
          </pc:spChg>
          <pc:spChg chg="add mod">
            <ac:chgData name="Vermeulen - van Gent, Sander" userId="e08259fd-81d2-4a86-9b20-28ba02d67a18" providerId="ADAL" clId="{CD1B3BBE-56CC-4974-BC5E-9FCD75B07556}" dt="2026-01-07T08:46:37.733" v="3218"/>
            <ac:spMkLst>
              <pc:docMk/>
              <pc:sldMasterMk cId="582609979" sldId="2147483648"/>
              <pc:sldLayoutMk cId="1634006264" sldId="2147483719"/>
              <ac:spMk id="6" creationId="{04B68618-28FB-5AC0-A36A-A276A8B35AC3}"/>
            </ac:spMkLst>
          </pc:spChg>
          <pc:spChg chg="mod">
            <ac:chgData name="Vermeulen - van Gent, Sander" userId="e08259fd-81d2-4a86-9b20-28ba02d67a18" providerId="ADAL" clId="{CD1B3BBE-56CC-4974-BC5E-9FCD75B07556}" dt="2025-12-22T12:15:01.658" v="3009" actId="17032"/>
            <ac:spMkLst>
              <pc:docMk/>
              <pc:sldMasterMk cId="582609979" sldId="2147483648"/>
              <pc:sldLayoutMk cId="1634006264" sldId="2147483719"/>
              <ac:spMk id="7" creationId="{A53C9265-3CEF-A2C1-7746-C8CDC77B0852}"/>
            </ac:spMkLst>
          </pc:spChg>
          <pc:spChg chg="add mod">
            <ac:chgData name="Vermeulen - van Gent, Sander" userId="e08259fd-81d2-4a86-9b20-28ba02d67a18" providerId="ADAL" clId="{CD1B3BBE-56CC-4974-BC5E-9FCD75B07556}" dt="2026-01-07T08:46:37.733" v="3218"/>
            <ac:spMkLst>
              <pc:docMk/>
              <pc:sldMasterMk cId="582609979" sldId="2147483648"/>
              <pc:sldLayoutMk cId="1634006264" sldId="2147483719"/>
              <ac:spMk id="8" creationId="{4E5435A2-0C09-F144-4C5D-D7FA41DD5021}"/>
            </ac:spMkLst>
          </pc:spChg>
          <pc:cxnChg chg="add mod">
            <ac:chgData name="Vermeulen - van Gent, Sander" userId="e08259fd-81d2-4a86-9b20-28ba02d67a18" providerId="ADAL" clId="{CD1B3BBE-56CC-4974-BC5E-9FCD75B07556}" dt="2026-01-07T08:46:37.733" v="3218"/>
            <ac:cxnSpMkLst>
              <pc:docMk/>
              <pc:sldMasterMk cId="582609979" sldId="2147483648"/>
              <pc:sldLayoutMk cId="1634006264" sldId="2147483719"/>
              <ac:cxnSpMk id="3" creationId="{DE5E72DB-A184-A269-3680-24A5B9302166}"/>
            </ac:cxnSpMkLst>
          </pc:cxnChg>
        </pc:sldLayoutChg>
        <pc:sldLayoutChg chg="addSp delSp modSp add mod modTransition">
          <pc:chgData name="Vermeulen - van Gent, Sander" userId="e08259fd-81d2-4a86-9b20-28ba02d67a18" providerId="ADAL" clId="{CD1B3BBE-56CC-4974-BC5E-9FCD75B07556}" dt="2026-01-07T08:46:04.305" v="3202" actId="571"/>
          <pc:sldLayoutMkLst>
            <pc:docMk/>
            <pc:sldMasterMk cId="582609979" sldId="2147483648"/>
            <pc:sldLayoutMk cId="3062801688" sldId="2147483720"/>
          </pc:sldLayoutMkLst>
          <pc:spChg chg="add mod">
            <ac:chgData name="Vermeulen - van Gent, Sander" userId="e08259fd-81d2-4a86-9b20-28ba02d67a18" providerId="ADAL" clId="{CD1B3BBE-56CC-4974-BC5E-9FCD75B07556}" dt="2026-01-07T08:46:02.160" v="3200" actId="962"/>
            <ac:spMkLst>
              <pc:docMk/>
              <pc:sldMasterMk cId="582609979" sldId="2147483648"/>
              <pc:sldLayoutMk cId="3062801688" sldId="2147483720"/>
              <ac:spMk id="19" creationId="{1275B7D2-54E4-7FF9-12C7-F78D9E92D8A2}"/>
            </ac:spMkLst>
          </pc:spChg>
          <pc:spChg chg="add mod">
            <ac:chgData name="Vermeulen - van Gent, Sander" userId="e08259fd-81d2-4a86-9b20-28ba02d67a18" providerId="ADAL" clId="{CD1B3BBE-56CC-4974-BC5E-9FCD75B07556}" dt="2026-01-07T08:45:59.212" v="3199" actId="962"/>
            <ac:spMkLst>
              <pc:docMk/>
              <pc:sldMasterMk cId="582609979" sldId="2147483648"/>
              <pc:sldLayoutMk cId="3062801688" sldId="2147483720"/>
              <ac:spMk id="20" creationId="{EED19F67-71F6-8279-301C-45C1477E4829}"/>
            </ac:spMkLst>
          </pc:spChg>
        </pc:sldLayoutChg>
        <pc:sldLayoutChg chg="addSp delSp modSp add mod modTransition">
          <pc:chgData name="Vermeulen - van Gent, Sander" userId="e08259fd-81d2-4a86-9b20-28ba02d67a18" providerId="ADAL" clId="{CD1B3BBE-56CC-4974-BC5E-9FCD75B07556}" dt="2026-01-07T08:46:13.457" v="3206"/>
          <pc:sldLayoutMkLst>
            <pc:docMk/>
            <pc:sldMasterMk cId="582609979" sldId="2147483648"/>
            <pc:sldLayoutMk cId="2778263677" sldId="2147483721"/>
          </pc:sldLayoutMkLst>
          <pc:spChg chg="add mod">
            <ac:chgData name="Vermeulen - van Gent, Sander" userId="e08259fd-81d2-4a86-9b20-28ba02d67a18" providerId="ADAL" clId="{CD1B3BBE-56CC-4974-BC5E-9FCD75B07556}" dt="2026-01-07T08:46:13.457" v="3206"/>
            <ac:spMkLst>
              <pc:docMk/>
              <pc:sldMasterMk cId="582609979" sldId="2147483648"/>
              <pc:sldLayoutMk cId="2778263677" sldId="2147483721"/>
              <ac:spMk id="2" creationId="{F64AA85D-C735-4864-540C-91D5497BC380}"/>
            </ac:spMkLst>
          </pc:spChg>
          <pc:spChg chg="add mod">
            <ac:chgData name="Vermeulen - van Gent, Sander" userId="e08259fd-81d2-4a86-9b20-28ba02d67a18" providerId="ADAL" clId="{CD1B3BBE-56CC-4974-BC5E-9FCD75B07556}" dt="2026-01-07T08:46:13.457" v="3206"/>
            <ac:spMkLst>
              <pc:docMk/>
              <pc:sldMasterMk cId="582609979" sldId="2147483648"/>
              <pc:sldLayoutMk cId="2778263677" sldId="2147483721"/>
              <ac:spMk id="5" creationId="{9008BE7C-6B2C-E28A-E632-4C452C71D5FA}"/>
            </ac:spMkLst>
          </pc:spChg>
        </pc:sldLayoutChg>
        <pc:sldLayoutChg chg="addSp delSp modSp add mod modTransition">
          <pc:chgData name="Vermeulen - van Gent, Sander" userId="e08259fd-81d2-4a86-9b20-28ba02d67a18" providerId="ADAL" clId="{CD1B3BBE-56CC-4974-BC5E-9FCD75B07556}" dt="2026-01-07T08:46:09.970" v="3204"/>
          <pc:sldLayoutMkLst>
            <pc:docMk/>
            <pc:sldMasterMk cId="582609979" sldId="2147483648"/>
            <pc:sldLayoutMk cId="1801002620" sldId="2147483722"/>
          </pc:sldLayoutMkLst>
          <pc:spChg chg="add mod">
            <ac:chgData name="Vermeulen - van Gent, Sander" userId="e08259fd-81d2-4a86-9b20-28ba02d67a18" providerId="ADAL" clId="{CD1B3BBE-56CC-4974-BC5E-9FCD75B07556}" dt="2026-01-07T08:46:09.970" v="3204"/>
            <ac:spMkLst>
              <pc:docMk/>
              <pc:sldMasterMk cId="582609979" sldId="2147483648"/>
              <pc:sldLayoutMk cId="1801002620" sldId="2147483722"/>
              <ac:spMk id="3" creationId="{5F193AA4-09A3-CB31-87EE-2F190A925E48}"/>
            </ac:spMkLst>
          </pc:spChg>
          <pc:spChg chg="add mod">
            <ac:chgData name="Vermeulen - van Gent, Sander" userId="e08259fd-81d2-4a86-9b20-28ba02d67a18" providerId="ADAL" clId="{CD1B3BBE-56CC-4974-BC5E-9FCD75B07556}" dt="2026-01-07T08:46:09.970" v="3204"/>
            <ac:spMkLst>
              <pc:docMk/>
              <pc:sldMasterMk cId="582609979" sldId="2147483648"/>
              <pc:sldLayoutMk cId="1801002620" sldId="2147483722"/>
              <ac:spMk id="5" creationId="{17069FB9-1CAC-9FEB-25C3-FB8E804B1CA5}"/>
            </ac:spMkLst>
          </pc:spChg>
        </pc:sldLayoutChg>
        <pc:sldLayoutChg chg="addSp delSp modSp add mod modTransition">
          <pc:chgData name="Vermeulen - van Gent, Sander" userId="e08259fd-81d2-4a86-9b20-28ba02d67a18" providerId="ADAL" clId="{CD1B3BBE-56CC-4974-BC5E-9FCD75B07556}" dt="2026-01-07T08:46:16.807" v="3208"/>
          <pc:sldLayoutMkLst>
            <pc:docMk/>
            <pc:sldMasterMk cId="582609979" sldId="2147483648"/>
            <pc:sldLayoutMk cId="835085721" sldId="2147483723"/>
          </pc:sldLayoutMkLst>
          <pc:spChg chg="add mod">
            <ac:chgData name="Vermeulen - van Gent, Sander" userId="e08259fd-81d2-4a86-9b20-28ba02d67a18" providerId="ADAL" clId="{CD1B3BBE-56CC-4974-BC5E-9FCD75B07556}" dt="2026-01-07T08:46:16.807" v="3208"/>
            <ac:spMkLst>
              <pc:docMk/>
              <pc:sldMasterMk cId="582609979" sldId="2147483648"/>
              <pc:sldLayoutMk cId="835085721" sldId="2147483723"/>
              <ac:spMk id="2" creationId="{B506A536-0E45-CA74-5422-F8A3CD3C9A7D}"/>
            </ac:spMkLst>
          </pc:spChg>
          <pc:spChg chg="add mod">
            <ac:chgData name="Vermeulen - van Gent, Sander" userId="e08259fd-81d2-4a86-9b20-28ba02d67a18" providerId="ADAL" clId="{CD1B3BBE-56CC-4974-BC5E-9FCD75B07556}" dt="2026-01-07T08:46:16.807" v="3208"/>
            <ac:spMkLst>
              <pc:docMk/>
              <pc:sldMasterMk cId="582609979" sldId="2147483648"/>
              <pc:sldLayoutMk cId="835085721" sldId="2147483723"/>
              <ac:spMk id="5" creationId="{85770C32-B5EA-BA65-04AD-F37482F6E224}"/>
            </ac:spMkLst>
          </pc:spChg>
        </pc:sldLayoutChg>
        <pc:sldLayoutChg chg="addSp delSp modSp add mod modTransition">
          <pc:chgData name="Vermeulen - van Gent, Sander" userId="e08259fd-81d2-4a86-9b20-28ba02d67a18" providerId="ADAL" clId="{CD1B3BBE-56CC-4974-BC5E-9FCD75B07556}" dt="2026-01-07T08:46:19.689" v="3210"/>
          <pc:sldLayoutMkLst>
            <pc:docMk/>
            <pc:sldMasterMk cId="582609979" sldId="2147483648"/>
            <pc:sldLayoutMk cId="2017985558" sldId="2147483724"/>
          </pc:sldLayoutMkLst>
          <pc:spChg chg="add mod">
            <ac:chgData name="Vermeulen - van Gent, Sander" userId="e08259fd-81d2-4a86-9b20-28ba02d67a18" providerId="ADAL" clId="{CD1B3BBE-56CC-4974-BC5E-9FCD75B07556}" dt="2026-01-07T08:46:19.689" v="3210"/>
            <ac:spMkLst>
              <pc:docMk/>
              <pc:sldMasterMk cId="582609979" sldId="2147483648"/>
              <pc:sldLayoutMk cId="2017985558" sldId="2147483724"/>
              <ac:spMk id="2" creationId="{FD346B7F-1470-FD49-0A16-6E569F38EF23}"/>
            </ac:spMkLst>
          </pc:spChg>
          <pc:spChg chg="add mod">
            <ac:chgData name="Vermeulen - van Gent, Sander" userId="e08259fd-81d2-4a86-9b20-28ba02d67a18" providerId="ADAL" clId="{CD1B3BBE-56CC-4974-BC5E-9FCD75B07556}" dt="2026-01-07T08:46:19.689" v="3210"/>
            <ac:spMkLst>
              <pc:docMk/>
              <pc:sldMasterMk cId="582609979" sldId="2147483648"/>
              <pc:sldLayoutMk cId="2017985558" sldId="2147483724"/>
              <ac:spMk id="5" creationId="{D82FA894-0495-A733-8A88-0158361B248A}"/>
            </ac:spMkLst>
          </pc:spChg>
        </pc:sldLayoutChg>
        <pc:sldLayoutChg chg="addSp delSp modSp add mod modTransition">
          <pc:chgData name="Vermeulen - van Gent, Sander" userId="e08259fd-81d2-4a86-9b20-28ba02d67a18" providerId="ADAL" clId="{CD1B3BBE-56CC-4974-BC5E-9FCD75B07556}" dt="2026-01-07T08:46:23.732" v="3212"/>
          <pc:sldLayoutMkLst>
            <pc:docMk/>
            <pc:sldMasterMk cId="582609979" sldId="2147483648"/>
            <pc:sldLayoutMk cId="4251520629" sldId="2147483725"/>
          </pc:sldLayoutMkLst>
          <pc:spChg chg="add mod">
            <ac:chgData name="Vermeulen - van Gent, Sander" userId="e08259fd-81d2-4a86-9b20-28ba02d67a18" providerId="ADAL" clId="{CD1B3BBE-56CC-4974-BC5E-9FCD75B07556}" dt="2026-01-07T08:46:23.732" v="3212"/>
            <ac:spMkLst>
              <pc:docMk/>
              <pc:sldMasterMk cId="582609979" sldId="2147483648"/>
              <pc:sldLayoutMk cId="4251520629" sldId="2147483725"/>
              <ac:spMk id="2" creationId="{F94CB744-EBE0-46F5-AA5C-1D7E395C52ED}"/>
            </ac:spMkLst>
          </pc:spChg>
          <pc:spChg chg="add mod">
            <ac:chgData name="Vermeulen - van Gent, Sander" userId="e08259fd-81d2-4a86-9b20-28ba02d67a18" providerId="ADAL" clId="{CD1B3BBE-56CC-4974-BC5E-9FCD75B07556}" dt="2026-01-07T08:46:23.732" v="3212"/>
            <ac:spMkLst>
              <pc:docMk/>
              <pc:sldMasterMk cId="582609979" sldId="2147483648"/>
              <pc:sldLayoutMk cId="4251520629" sldId="2147483725"/>
              <ac:spMk id="5" creationId="{F7A597E2-FD7D-1171-F122-D7BDBA2F3D1C}"/>
            </ac:spMkLst>
          </pc:spChg>
        </pc:sldLayoutChg>
        <pc:sldLayoutChg chg="addSp delSp modSp add mod modTransition">
          <pc:chgData name="Vermeulen - van Gent, Sander" userId="e08259fd-81d2-4a86-9b20-28ba02d67a18" providerId="ADAL" clId="{CD1B3BBE-56CC-4974-BC5E-9FCD75B07556}" dt="2026-01-15T14:41:06.531" v="3257" actId="1076"/>
          <pc:sldLayoutMkLst>
            <pc:docMk/>
            <pc:sldMasterMk cId="582609979" sldId="2147483648"/>
            <pc:sldLayoutMk cId="3674646998" sldId="2147483726"/>
          </pc:sldLayoutMkLst>
          <pc:spChg chg="add del">
            <ac:chgData name="Vermeulen - van Gent, Sander" userId="e08259fd-81d2-4a86-9b20-28ba02d67a18" providerId="ADAL" clId="{CD1B3BBE-56CC-4974-BC5E-9FCD75B07556}" dt="2026-01-15T14:40:19.893" v="3249" actId="11529"/>
            <ac:spMkLst>
              <pc:docMk/>
              <pc:sldMasterMk cId="582609979" sldId="2147483648"/>
              <pc:sldLayoutMk cId="3674646998" sldId="2147483726"/>
              <ac:spMk id="2" creationId="{067FF25F-F034-917F-2144-B434E3FDA8E1}"/>
            </ac:spMkLst>
          </pc:spChg>
          <pc:spChg chg="mod">
            <ac:chgData name="Vermeulen - van Gent, Sander" userId="e08259fd-81d2-4a86-9b20-28ba02d67a18" providerId="ADAL" clId="{CD1B3BBE-56CC-4974-BC5E-9FCD75B07556}" dt="2026-01-15T14:41:06.531" v="3257" actId="1076"/>
            <ac:spMkLst>
              <pc:docMk/>
              <pc:sldMasterMk cId="582609979" sldId="2147483648"/>
              <pc:sldLayoutMk cId="3674646998" sldId="2147483726"/>
              <ac:spMk id="3" creationId="{5F193AA4-09A3-CB31-87EE-2F190A925E48}"/>
            </ac:spMkLst>
          </pc:spChg>
          <pc:spChg chg="add del mod">
            <ac:chgData name="Vermeulen - van Gent, Sander" userId="e08259fd-81d2-4a86-9b20-28ba02d67a18" providerId="ADAL" clId="{CD1B3BBE-56CC-4974-BC5E-9FCD75B07556}" dt="2026-01-15T14:40:28.099" v="3252" actId="478"/>
            <ac:spMkLst>
              <pc:docMk/>
              <pc:sldMasterMk cId="582609979" sldId="2147483648"/>
              <pc:sldLayoutMk cId="3674646998" sldId="2147483726"/>
              <ac:spMk id="4" creationId="{2A9A4EAB-E28A-BC10-1AC1-FF14C806BDA0}"/>
            </ac:spMkLst>
          </pc:spChg>
          <pc:spChg chg="del">
            <ac:chgData name="Vermeulen - van Gent, Sander" userId="e08259fd-81d2-4a86-9b20-28ba02d67a18" providerId="ADAL" clId="{CD1B3BBE-56CC-4974-BC5E-9FCD75B07556}" dt="2026-01-15T14:39:44.164" v="3244" actId="478"/>
            <ac:spMkLst>
              <pc:docMk/>
              <pc:sldMasterMk cId="582609979" sldId="2147483648"/>
              <pc:sldLayoutMk cId="3674646998" sldId="2147483726"/>
              <ac:spMk id="5" creationId="{17069FB9-1CAC-9FEB-25C3-FB8E804B1CA5}"/>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a:extLst>
              <a:ext uri="{FF2B5EF4-FFF2-40B4-BE49-F238E27FC236}">
                <a16:creationId xmlns:a16="http://schemas.microsoft.com/office/drawing/2014/main" id="{EBBECAC4-2E7B-4F8F-9A4B-AD585A9C193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a:extLst>
              <a:ext uri="{FF2B5EF4-FFF2-40B4-BE49-F238E27FC236}">
                <a16:creationId xmlns:a16="http://schemas.microsoft.com/office/drawing/2014/main" id="{A903FDF7-94AC-44A9-8B57-EA4E7EFFAA6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BEDBBAB-6028-4680-9556-A8238B314949}" type="datetimeFigureOut">
              <a:rPr lang="nl-NL" smtClean="0"/>
              <a:t>15-1-2026</a:t>
            </a:fld>
            <a:endParaRPr lang="nl-NL"/>
          </a:p>
        </p:txBody>
      </p:sp>
      <p:sp>
        <p:nvSpPr>
          <p:cNvPr id="4" name="Tijdelijke aanduiding voor voettekst 3">
            <a:extLst>
              <a:ext uri="{FF2B5EF4-FFF2-40B4-BE49-F238E27FC236}">
                <a16:creationId xmlns:a16="http://schemas.microsoft.com/office/drawing/2014/main" id="{29C166FE-01DB-4F65-AB1C-AC6312E3443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5" name="Tijdelijke aanduiding voor dianummer 4">
            <a:extLst>
              <a:ext uri="{FF2B5EF4-FFF2-40B4-BE49-F238E27FC236}">
                <a16:creationId xmlns:a16="http://schemas.microsoft.com/office/drawing/2014/main" id="{48D10FC2-8D7C-4786-A51B-666BD71966B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BDADB5A-DDF7-45B4-A85B-ACE6999A9481}" type="slidenum">
              <a:rPr lang="nl-NL" smtClean="0"/>
              <a:t>‹nr.›</a:t>
            </a:fld>
            <a:endParaRPr lang="nl-NL"/>
          </a:p>
        </p:txBody>
      </p:sp>
    </p:spTree>
    <p:extLst>
      <p:ext uri="{BB962C8B-B14F-4D97-AF65-F5344CB8AC3E}">
        <p14:creationId xmlns:p14="http://schemas.microsoft.com/office/powerpoint/2010/main" val="6537904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F81271-B6F7-4A7E-8F6C-1E1DF4AA2733}" type="datetimeFigureOut">
              <a:t>15-1-2026</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2CB1C5-35F9-456A-813D-06863788F202}" type="slidenum">
              <a:t>‹nr.›</a:t>
            </a:fld>
            <a:endParaRPr lang="nl-NL"/>
          </a:p>
        </p:txBody>
      </p:sp>
    </p:spTree>
    <p:extLst>
      <p:ext uri="{BB962C8B-B14F-4D97-AF65-F5344CB8AC3E}">
        <p14:creationId xmlns:p14="http://schemas.microsoft.com/office/powerpoint/2010/main" val="33229285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pagina">
    <p:spTree>
      <p:nvGrpSpPr>
        <p:cNvPr id="1" name=""/>
        <p:cNvGrpSpPr/>
        <p:nvPr/>
      </p:nvGrpSpPr>
      <p:grpSpPr>
        <a:xfrm>
          <a:off x="0" y="0"/>
          <a:ext cx="0" cy="0"/>
          <a:chOff x="0" y="0"/>
          <a:chExt cx="0" cy="0"/>
        </a:xfrm>
      </p:grpSpPr>
      <p:pic>
        <p:nvPicPr>
          <p:cNvPr id="2" name="Afbeelding">
            <a:extLst>
              <a:ext uri="{FF2B5EF4-FFF2-40B4-BE49-F238E27FC236}">
                <a16:creationId xmlns:a16="http://schemas.microsoft.com/office/drawing/2014/main" id="{9E694703-6FF2-B7E3-6462-431B2CE255CF}"/>
              </a:ext>
            </a:extLst>
          </p:cNvPr>
          <p:cNvPicPr>
            <a:picLocks noChangeAspect="1"/>
          </p:cNvPicPr>
          <p:nvPr userDrawn="1"/>
        </p:nvPicPr>
        <p:blipFill>
          <a:blip r:embed="rId2"/>
          <a:srcRect t="13216" b="14645"/>
          <a:stretch>
            <a:fillRect/>
          </a:stretch>
        </p:blipFill>
        <p:spPr>
          <a:xfrm>
            <a:off x="6346301" y="3373032"/>
            <a:ext cx="5291718" cy="2811936"/>
          </a:xfrm>
          <a:prstGeom prst="rect">
            <a:avLst/>
          </a:prstGeom>
        </p:spPr>
      </p:pic>
      <p:sp>
        <p:nvSpPr>
          <p:cNvPr id="7" name="Toelichting">
            <a:extLst>
              <a:ext uri="{FF2B5EF4-FFF2-40B4-BE49-F238E27FC236}">
                <a16:creationId xmlns:a16="http://schemas.microsoft.com/office/drawing/2014/main" id="{AA0CA219-2428-2DC8-8B60-DFF85A1CC921}"/>
              </a:ext>
            </a:extLst>
          </p:cNvPr>
          <p:cNvSpPr txBox="1"/>
          <p:nvPr userDrawn="1"/>
        </p:nvSpPr>
        <p:spPr>
          <a:xfrm>
            <a:off x="457220" y="1531527"/>
            <a:ext cx="11277561" cy="1631216"/>
          </a:xfrm>
          <a:prstGeom prst="rect">
            <a:avLst/>
          </a:prstGeom>
          <a:noFill/>
        </p:spPr>
        <p:txBody>
          <a:bodyPr wrap="square" rtlCol="0">
            <a:spAutoFit/>
          </a:bodyPr>
          <a:lstStyle/>
          <a:p>
            <a:r>
              <a:rPr lang="nl-NL" sz="1000" b="1" dirty="0">
                <a:latin typeface="+mn-lt"/>
                <a:cs typeface="Arial" panose="020B0604020202020204" pitchFamily="34" charset="0"/>
              </a:rPr>
              <a:t>OKO Gezondheidsmonitor 2025</a:t>
            </a:r>
          </a:p>
          <a:p>
            <a:r>
              <a:rPr lang="nl-NL" sz="1000" dirty="0">
                <a:latin typeface="+mn-lt"/>
                <a:cs typeface="Arial" panose="020B0604020202020204" pitchFamily="34" charset="0"/>
              </a:rPr>
              <a:t>OKO is een meerjarige aanpak die de gemeente inzet om te voorkomen dat jongeren onder de 18 jaar alcohol, nicotine of drugs gaan gebruiken. De aanpak richt zich op beschermende en risicofactoren in de leefomgeving van jongeren. Samenwerkingspartners gaan met elkaar aan de slag om de beschermende factoren te versterken en de risicofactoren te verminderen. Dat doen ze in elk van de volgende vier leefomgevingen van jongeren: Gezin, Leeftijdsgenoten, School en Vrije tijd. Deze omgevingsgerichte aanpak draagt naast het voorkomen van middelengebruik ook bij aan het mentale welbevinden van jongeren.</a:t>
            </a:r>
          </a:p>
          <a:p>
            <a:endParaRPr lang="nl-NL" sz="1000" dirty="0">
              <a:latin typeface="+mn-lt"/>
              <a:cs typeface="Arial" panose="020B0604020202020204" pitchFamily="34" charset="0"/>
            </a:endParaRPr>
          </a:p>
          <a:p>
            <a:r>
              <a:rPr lang="nl-NL" sz="1000" dirty="0">
                <a:latin typeface="+mn-lt"/>
                <a:cs typeface="Arial" panose="020B0604020202020204" pitchFamily="34" charset="0"/>
              </a:rPr>
              <a:t>De OKO Gezondheidsmonitor is in het najaar van 2025 afgenomen onder jongeren in leerjaar 2 en 4 van het regulier voortgezet onderwijs.</a:t>
            </a:r>
          </a:p>
          <a:p>
            <a:endParaRPr lang="nl-NL" sz="1000" dirty="0">
              <a:latin typeface="+mn-lt"/>
              <a:cs typeface="Arial" panose="020B0604020202020204" pitchFamily="34" charset="0"/>
            </a:endParaRPr>
          </a:p>
          <a:p>
            <a:r>
              <a:rPr lang="nl-NL" sz="1000" dirty="0">
                <a:latin typeface="+mn-lt"/>
                <a:cs typeface="Arial" panose="020B0604020202020204" pitchFamily="34" charset="0"/>
              </a:rPr>
              <a:t>In deze rapportage zijn alleen antwoorden meegenomen waarbij minimaal 30 leerlingen de betreffende vraag hebben ingevuld én minimaal 5 leerlingen het betreffende antwoord hebben aangekruist. Bij een lagere respons is de privacy van de leerlingen niet meer gewaarborgd en zijn de resultaten onvoldoende betrouwbaar.</a:t>
            </a:r>
          </a:p>
        </p:txBody>
      </p:sp>
      <p:sp>
        <p:nvSpPr>
          <p:cNvPr id="13" name="Titelblok">
            <a:extLst>
              <a:ext uri="{FF2B5EF4-FFF2-40B4-BE49-F238E27FC236}">
                <a16:creationId xmlns:a16="http://schemas.microsoft.com/office/drawing/2014/main" id="{A8C0F8F3-4EF2-559B-A953-A00341A358C3}"/>
              </a:ext>
            </a:extLst>
          </p:cNvPr>
          <p:cNvSpPr/>
          <p:nvPr userDrawn="1"/>
        </p:nvSpPr>
        <p:spPr>
          <a:xfrm>
            <a:off x="0" y="0"/>
            <a:ext cx="10295595" cy="1066801"/>
          </a:xfrm>
          <a:custGeom>
            <a:avLst/>
            <a:gdLst>
              <a:gd name="connsiteX0" fmla="*/ 0 w 10295595"/>
              <a:gd name="connsiteY0" fmla="*/ 0 h 1066800"/>
              <a:gd name="connsiteX1" fmla="*/ 10295595 w 10295595"/>
              <a:gd name="connsiteY1" fmla="*/ 0 h 1066800"/>
              <a:gd name="connsiteX2" fmla="*/ 10295595 w 10295595"/>
              <a:gd name="connsiteY2" fmla="*/ 1066800 h 1066800"/>
              <a:gd name="connsiteX3" fmla="*/ 0 w 10295595"/>
              <a:gd name="connsiteY3" fmla="*/ 1066800 h 1066800"/>
              <a:gd name="connsiteX4" fmla="*/ 0 w 10295595"/>
              <a:gd name="connsiteY4" fmla="*/ 0 h 1066800"/>
              <a:gd name="connsiteX0" fmla="*/ 0 w 10295595"/>
              <a:gd name="connsiteY0" fmla="*/ 0 h 1066800"/>
              <a:gd name="connsiteX1" fmla="*/ 10295595 w 10295595"/>
              <a:gd name="connsiteY1" fmla="*/ 0 h 1066800"/>
              <a:gd name="connsiteX2" fmla="*/ 9737543 w 10295595"/>
              <a:gd name="connsiteY2" fmla="*/ 1066800 h 1066800"/>
              <a:gd name="connsiteX3" fmla="*/ 0 w 10295595"/>
              <a:gd name="connsiteY3" fmla="*/ 1066800 h 1066800"/>
              <a:gd name="connsiteX4" fmla="*/ 0 w 10295595"/>
              <a:gd name="connsiteY4" fmla="*/ 0 h 1066800"/>
              <a:gd name="connsiteX0" fmla="*/ 0 w 10295595"/>
              <a:gd name="connsiteY0" fmla="*/ 0 h 1066800"/>
              <a:gd name="connsiteX1" fmla="*/ 10295595 w 10295595"/>
              <a:gd name="connsiteY1" fmla="*/ 0 h 1066800"/>
              <a:gd name="connsiteX2" fmla="*/ 9710649 w 10295595"/>
              <a:gd name="connsiteY2" fmla="*/ 1060077 h 1066800"/>
              <a:gd name="connsiteX3" fmla="*/ 0 w 10295595"/>
              <a:gd name="connsiteY3" fmla="*/ 1066800 h 1066800"/>
              <a:gd name="connsiteX4" fmla="*/ 0 w 10295595"/>
              <a:gd name="connsiteY4" fmla="*/ 0 h 1066800"/>
              <a:gd name="connsiteX0" fmla="*/ 0 w 10295595"/>
              <a:gd name="connsiteY0" fmla="*/ 0 h 1066801"/>
              <a:gd name="connsiteX1" fmla="*/ 10295595 w 10295595"/>
              <a:gd name="connsiteY1" fmla="*/ 0 h 1066801"/>
              <a:gd name="connsiteX2" fmla="*/ 9710649 w 10295595"/>
              <a:gd name="connsiteY2" fmla="*/ 1066801 h 1066801"/>
              <a:gd name="connsiteX3" fmla="*/ 0 w 10295595"/>
              <a:gd name="connsiteY3" fmla="*/ 1066800 h 1066801"/>
              <a:gd name="connsiteX4" fmla="*/ 0 w 10295595"/>
              <a:gd name="connsiteY4" fmla="*/ 0 h 10668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95595" h="1066801">
                <a:moveTo>
                  <a:pt x="0" y="0"/>
                </a:moveTo>
                <a:lnTo>
                  <a:pt x="10295595" y="0"/>
                </a:lnTo>
                <a:lnTo>
                  <a:pt x="9710649" y="1066801"/>
                </a:lnTo>
                <a:lnTo>
                  <a:pt x="0" y="1066800"/>
                </a:lnTo>
                <a:lnTo>
                  <a:pt x="0" y="0"/>
                </a:lnTo>
                <a:close/>
              </a:path>
            </a:pathLst>
          </a:custGeom>
          <a:solidFill>
            <a:srgbClr val="0117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indent="270272"/>
            <a:r>
              <a:rPr lang="nl-NL" sz="2400" b="1" noProof="0" dirty="0">
                <a:latin typeface="Century Gothic" panose="020B0502020202020204" pitchFamily="34" charset="0"/>
              </a:rPr>
              <a:t>Figurenboek</a:t>
            </a:r>
          </a:p>
        </p:txBody>
      </p:sp>
      <p:sp>
        <p:nvSpPr>
          <p:cNvPr id="15" name="Datum">
            <a:extLst>
              <a:ext uri="{FF2B5EF4-FFF2-40B4-BE49-F238E27FC236}">
                <a16:creationId xmlns:a16="http://schemas.microsoft.com/office/drawing/2014/main" id="{D5F46DB6-750B-05CD-08B8-CF366255579E}"/>
              </a:ext>
            </a:extLst>
          </p:cNvPr>
          <p:cNvSpPr>
            <a:spLocks noGrp="1"/>
          </p:cNvSpPr>
          <p:nvPr>
            <p:ph type="body" sz="quarter" idx="10" hasCustomPrompt="1"/>
          </p:nvPr>
        </p:nvSpPr>
        <p:spPr>
          <a:xfrm>
            <a:off x="668279" y="3856622"/>
            <a:ext cx="2787613" cy="383241"/>
          </a:xfrm>
          <a:prstGeom prst="rect">
            <a:avLst/>
          </a:prstGeom>
        </p:spPr>
        <p:txBody>
          <a:bodyPr/>
          <a:lstStyle>
            <a:lvl1pPr>
              <a:buNone/>
              <a:defRPr sz="1600">
                <a:latin typeface="+mj-lt"/>
              </a:defRPr>
            </a:lvl1pPr>
            <a:lvl2pPr>
              <a:buNone/>
              <a:defRPr sz="1600">
                <a:latin typeface="+mj-lt"/>
              </a:defRPr>
            </a:lvl2pPr>
            <a:lvl3pPr>
              <a:buNone/>
              <a:defRPr sz="1600">
                <a:latin typeface="+mj-lt"/>
              </a:defRPr>
            </a:lvl3pPr>
            <a:lvl4pPr>
              <a:buNone/>
              <a:defRPr sz="1600">
                <a:latin typeface="+mj-lt"/>
              </a:defRPr>
            </a:lvl4pPr>
            <a:lvl5pPr>
              <a:buNone/>
              <a:defRPr sz="1600">
                <a:latin typeface="+mj-lt"/>
              </a:defRPr>
            </a:lvl5pPr>
          </a:lstStyle>
          <a:p>
            <a:pPr lvl="0"/>
            <a:r>
              <a:rPr lang="nl-NL" dirty="0"/>
              <a:t>Datum</a:t>
            </a:r>
          </a:p>
        </p:txBody>
      </p:sp>
    </p:spTree>
    <p:extLst>
      <p:ext uri="{BB962C8B-B14F-4D97-AF65-F5344CB8AC3E}">
        <p14:creationId xmlns:p14="http://schemas.microsoft.com/office/powerpoint/2010/main" val="336362284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houdsopgave">
    <p:spTree>
      <p:nvGrpSpPr>
        <p:cNvPr id="1" name=""/>
        <p:cNvGrpSpPr/>
        <p:nvPr/>
      </p:nvGrpSpPr>
      <p:grpSpPr>
        <a:xfrm>
          <a:off x="0" y="0"/>
          <a:ext cx="0" cy="0"/>
          <a:chOff x="0" y="0"/>
          <a:chExt cx="0" cy="0"/>
        </a:xfrm>
      </p:grpSpPr>
      <p:sp>
        <p:nvSpPr>
          <p:cNvPr id="3" name="Titelblok">
            <a:extLst>
              <a:ext uri="{FF2B5EF4-FFF2-40B4-BE49-F238E27FC236}">
                <a16:creationId xmlns:a16="http://schemas.microsoft.com/office/drawing/2014/main" id="{2E304EC1-1C7E-0547-A8B9-C344F217EDE9}"/>
              </a:ext>
            </a:extLst>
          </p:cNvPr>
          <p:cNvSpPr/>
          <p:nvPr userDrawn="1"/>
        </p:nvSpPr>
        <p:spPr>
          <a:xfrm>
            <a:off x="0" y="0"/>
            <a:ext cx="10295595" cy="1066801"/>
          </a:xfrm>
          <a:custGeom>
            <a:avLst/>
            <a:gdLst>
              <a:gd name="connsiteX0" fmla="*/ 0 w 10295595"/>
              <a:gd name="connsiteY0" fmla="*/ 0 h 1066800"/>
              <a:gd name="connsiteX1" fmla="*/ 10295595 w 10295595"/>
              <a:gd name="connsiteY1" fmla="*/ 0 h 1066800"/>
              <a:gd name="connsiteX2" fmla="*/ 10295595 w 10295595"/>
              <a:gd name="connsiteY2" fmla="*/ 1066800 h 1066800"/>
              <a:gd name="connsiteX3" fmla="*/ 0 w 10295595"/>
              <a:gd name="connsiteY3" fmla="*/ 1066800 h 1066800"/>
              <a:gd name="connsiteX4" fmla="*/ 0 w 10295595"/>
              <a:gd name="connsiteY4" fmla="*/ 0 h 1066800"/>
              <a:gd name="connsiteX0" fmla="*/ 0 w 10295595"/>
              <a:gd name="connsiteY0" fmla="*/ 0 h 1066800"/>
              <a:gd name="connsiteX1" fmla="*/ 10295595 w 10295595"/>
              <a:gd name="connsiteY1" fmla="*/ 0 h 1066800"/>
              <a:gd name="connsiteX2" fmla="*/ 9737543 w 10295595"/>
              <a:gd name="connsiteY2" fmla="*/ 1066800 h 1066800"/>
              <a:gd name="connsiteX3" fmla="*/ 0 w 10295595"/>
              <a:gd name="connsiteY3" fmla="*/ 1066800 h 1066800"/>
              <a:gd name="connsiteX4" fmla="*/ 0 w 10295595"/>
              <a:gd name="connsiteY4" fmla="*/ 0 h 1066800"/>
              <a:gd name="connsiteX0" fmla="*/ 0 w 10295595"/>
              <a:gd name="connsiteY0" fmla="*/ 0 h 1066800"/>
              <a:gd name="connsiteX1" fmla="*/ 10295595 w 10295595"/>
              <a:gd name="connsiteY1" fmla="*/ 0 h 1066800"/>
              <a:gd name="connsiteX2" fmla="*/ 9710649 w 10295595"/>
              <a:gd name="connsiteY2" fmla="*/ 1060077 h 1066800"/>
              <a:gd name="connsiteX3" fmla="*/ 0 w 10295595"/>
              <a:gd name="connsiteY3" fmla="*/ 1066800 h 1066800"/>
              <a:gd name="connsiteX4" fmla="*/ 0 w 10295595"/>
              <a:gd name="connsiteY4" fmla="*/ 0 h 1066800"/>
              <a:gd name="connsiteX0" fmla="*/ 0 w 10295595"/>
              <a:gd name="connsiteY0" fmla="*/ 0 h 1066801"/>
              <a:gd name="connsiteX1" fmla="*/ 10295595 w 10295595"/>
              <a:gd name="connsiteY1" fmla="*/ 0 h 1066801"/>
              <a:gd name="connsiteX2" fmla="*/ 9710649 w 10295595"/>
              <a:gd name="connsiteY2" fmla="*/ 1066801 h 1066801"/>
              <a:gd name="connsiteX3" fmla="*/ 0 w 10295595"/>
              <a:gd name="connsiteY3" fmla="*/ 1066800 h 1066801"/>
              <a:gd name="connsiteX4" fmla="*/ 0 w 10295595"/>
              <a:gd name="connsiteY4" fmla="*/ 0 h 10668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95595" h="1066801">
                <a:moveTo>
                  <a:pt x="0" y="0"/>
                </a:moveTo>
                <a:lnTo>
                  <a:pt x="10295595" y="0"/>
                </a:lnTo>
                <a:lnTo>
                  <a:pt x="9710649" y="1066801"/>
                </a:lnTo>
                <a:lnTo>
                  <a:pt x="0" y="1066800"/>
                </a:lnTo>
                <a:lnTo>
                  <a:pt x="0" y="0"/>
                </a:lnTo>
                <a:close/>
              </a:path>
            </a:pathLst>
          </a:custGeom>
          <a:solidFill>
            <a:srgbClr val="0117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indent="270272"/>
            <a:r>
              <a:rPr lang="nl-NL" sz="2400" b="1" noProof="0" dirty="0">
                <a:latin typeface="Century Gothic" panose="020B0502020202020204" pitchFamily="34" charset="0"/>
              </a:rPr>
              <a:t>Inhoudsopgave</a:t>
            </a:r>
          </a:p>
        </p:txBody>
      </p:sp>
      <p:sp>
        <p:nvSpPr>
          <p:cNvPr id="5" name="Tekst">
            <a:extLst>
              <a:ext uri="{FF2B5EF4-FFF2-40B4-BE49-F238E27FC236}">
                <a16:creationId xmlns:a16="http://schemas.microsoft.com/office/drawing/2014/main" id="{2A6E42E6-86E2-B293-3D25-012C4581C849}"/>
              </a:ext>
            </a:extLst>
          </p:cNvPr>
          <p:cNvSpPr>
            <a:spLocks noGrp="1"/>
          </p:cNvSpPr>
          <p:nvPr>
            <p:ph type="body" sz="quarter" idx="10" hasCustomPrompt="1"/>
          </p:nvPr>
        </p:nvSpPr>
        <p:spPr>
          <a:xfrm>
            <a:off x="569913" y="1612900"/>
            <a:ext cx="1879600" cy="1622425"/>
          </a:xfrm>
          <a:prstGeom prst="rect">
            <a:avLst/>
          </a:prstGeom>
        </p:spPr>
        <p:txBody>
          <a:bodyPr/>
          <a:lstStyle>
            <a:lvl1pPr>
              <a:buNone/>
              <a:defRPr sz="1200">
                <a:latin typeface="+mj-lt"/>
              </a:defRPr>
            </a:lvl1pPr>
          </a:lstStyle>
          <a:p>
            <a:pPr lvl="0"/>
            <a:r>
              <a:rPr lang="nl-NL" dirty="0"/>
              <a:t>Tekst</a:t>
            </a:r>
          </a:p>
        </p:txBody>
      </p:sp>
    </p:spTree>
    <p:extLst>
      <p:ext uri="{BB962C8B-B14F-4D97-AF65-F5344CB8AC3E}">
        <p14:creationId xmlns:p14="http://schemas.microsoft.com/office/powerpoint/2010/main" val="20364135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Middelengebruik">
    <p:spTree>
      <p:nvGrpSpPr>
        <p:cNvPr id="1" name=""/>
        <p:cNvGrpSpPr/>
        <p:nvPr/>
      </p:nvGrpSpPr>
      <p:grpSpPr>
        <a:xfrm>
          <a:off x="0" y="0"/>
          <a:ext cx="0" cy="0"/>
          <a:chOff x="0" y="0"/>
          <a:chExt cx="0" cy="0"/>
        </a:xfrm>
      </p:grpSpPr>
      <p:sp>
        <p:nvSpPr>
          <p:cNvPr id="7" name="Titelblok">
            <a:extLst>
              <a:ext uri="{FF2B5EF4-FFF2-40B4-BE49-F238E27FC236}">
                <a16:creationId xmlns:a16="http://schemas.microsoft.com/office/drawing/2014/main" id="{A53C9265-3CEF-A2C1-7746-C8CDC77B0852}"/>
              </a:ext>
            </a:extLst>
          </p:cNvPr>
          <p:cNvSpPr/>
          <p:nvPr userDrawn="1"/>
        </p:nvSpPr>
        <p:spPr>
          <a:xfrm>
            <a:off x="0" y="0"/>
            <a:ext cx="10295595" cy="1066801"/>
          </a:xfrm>
          <a:custGeom>
            <a:avLst/>
            <a:gdLst>
              <a:gd name="connsiteX0" fmla="*/ 0 w 10295595"/>
              <a:gd name="connsiteY0" fmla="*/ 0 h 1066800"/>
              <a:gd name="connsiteX1" fmla="*/ 10295595 w 10295595"/>
              <a:gd name="connsiteY1" fmla="*/ 0 h 1066800"/>
              <a:gd name="connsiteX2" fmla="*/ 10295595 w 10295595"/>
              <a:gd name="connsiteY2" fmla="*/ 1066800 h 1066800"/>
              <a:gd name="connsiteX3" fmla="*/ 0 w 10295595"/>
              <a:gd name="connsiteY3" fmla="*/ 1066800 h 1066800"/>
              <a:gd name="connsiteX4" fmla="*/ 0 w 10295595"/>
              <a:gd name="connsiteY4" fmla="*/ 0 h 1066800"/>
              <a:gd name="connsiteX0" fmla="*/ 0 w 10295595"/>
              <a:gd name="connsiteY0" fmla="*/ 0 h 1066800"/>
              <a:gd name="connsiteX1" fmla="*/ 10295595 w 10295595"/>
              <a:gd name="connsiteY1" fmla="*/ 0 h 1066800"/>
              <a:gd name="connsiteX2" fmla="*/ 9737543 w 10295595"/>
              <a:gd name="connsiteY2" fmla="*/ 1066800 h 1066800"/>
              <a:gd name="connsiteX3" fmla="*/ 0 w 10295595"/>
              <a:gd name="connsiteY3" fmla="*/ 1066800 h 1066800"/>
              <a:gd name="connsiteX4" fmla="*/ 0 w 10295595"/>
              <a:gd name="connsiteY4" fmla="*/ 0 h 1066800"/>
              <a:gd name="connsiteX0" fmla="*/ 0 w 10295595"/>
              <a:gd name="connsiteY0" fmla="*/ 0 h 1066800"/>
              <a:gd name="connsiteX1" fmla="*/ 10295595 w 10295595"/>
              <a:gd name="connsiteY1" fmla="*/ 0 h 1066800"/>
              <a:gd name="connsiteX2" fmla="*/ 9710649 w 10295595"/>
              <a:gd name="connsiteY2" fmla="*/ 1060077 h 1066800"/>
              <a:gd name="connsiteX3" fmla="*/ 0 w 10295595"/>
              <a:gd name="connsiteY3" fmla="*/ 1066800 h 1066800"/>
              <a:gd name="connsiteX4" fmla="*/ 0 w 10295595"/>
              <a:gd name="connsiteY4" fmla="*/ 0 h 1066800"/>
              <a:gd name="connsiteX0" fmla="*/ 0 w 10295595"/>
              <a:gd name="connsiteY0" fmla="*/ 0 h 1066801"/>
              <a:gd name="connsiteX1" fmla="*/ 10295595 w 10295595"/>
              <a:gd name="connsiteY1" fmla="*/ 0 h 1066801"/>
              <a:gd name="connsiteX2" fmla="*/ 9710649 w 10295595"/>
              <a:gd name="connsiteY2" fmla="*/ 1066801 h 1066801"/>
              <a:gd name="connsiteX3" fmla="*/ 0 w 10295595"/>
              <a:gd name="connsiteY3" fmla="*/ 1066800 h 1066801"/>
              <a:gd name="connsiteX4" fmla="*/ 0 w 10295595"/>
              <a:gd name="connsiteY4" fmla="*/ 0 h 10668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95595" h="1066801">
                <a:moveTo>
                  <a:pt x="0" y="0"/>
                </a:moveTo>
                <a:lnTo>
                  <a:pt x="10295595" y="0"/>
                </a:lnTo>
                <a:lnTo>
                  <a:pt x="9710649" y="1066801"/>
                </a:lnTo>
                <a:lnTo>
                  <a:pt x="0" y="1066800"/>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270272" algn="l"/>
            <a:r>
              <a:rPr lang="nl-NL" sz="2400" b="1" noProof="0" dirty="0">
                <a:latin typeface="Century Gothic" panose="020B0502020202020204" pitchFamily="34" charset="0"/>
              </a:rPr>
              <a:t>Middelengebruik</a:t>
            </a:r>
            <a:endParaRPr lang="nl-NL" sz="1800" b="1" noProof="0" dirty="0">
              <a:latin typeface="Century Gothic" panose="020B0502020202020204" pitchFamily="34" charset="0"/>
            </a:endParaRPr>
          </a:p>
        </p:txBody>
      </p:sp>
      <p:cxnSp>
        <p:nvCxnSpPr>
          <p:cNvPr id="2" name="Rechte verbindingslijn 1">
            <a:extLst>
              <a:ext uri="{FF2B5EF4-FFF2-40B4-BE49-F238E27FC236}">
                <a16:creationId xmlns:a16="http://schemas.microsoft.com/office/drawing/2014/main" id="{E95AE16C-74AB-6E76-AC04-10E710466F82}"/>
              </a:ext>
            </a:extLst>
          </p:cNvPr>
          <p:cNvCxnSpPr>
            <a:cxnSpLocks/>
          </p:cNvCxnSpPr>
          <p:nvPr userDrawn="1"/>
        </p:nvCxnSpPr>
        <p:spPr>
          <a:xfrm flipV="1">
            <a:off x="414017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4" name="Grafiek 4">
            <a:extLst>
              <a:ext uri="{FF2B5EF4-FFF2-40B4-BE49-F238E27FC236}">
                <a16:creationId xmlns:a16="http://schemas.microsoft.com/office/drawing/2014/main" id="{259864B7-0A96-A0C0-67E2-E16FECEBF7C3}"/>
              </a:ext>
            </a:extLst>
          </p:cNvPr>
          <p:cNvSpPr>
            <a:spLocks noGrp="1"/>
          </p:cNvSpPr>
          <p:nvPr>
            <p:ph type="chart" sz="quarter" idx="21"/>
          </p:nvPr>
        </p:nvSpPr>
        <p:spPr>
          <a:xfrm>
            <a:off x="4366163" y="4204800"/>
            <a:ext cx="5400000" cy="2160000"/>
          </a:xfrm>
          <a:prstGeom prst="rect">
            <a:avLst/>
          </a:prstGeom>
        </p:spPr>
        <p:txBody>
          <a:bodyPr/>
          <a:lstStyle>
            <a:lvl1pPr marL="0" indent="0">
              <a:buNone/>
              <a:defRPr sz="3200"/>
            </a:lvl1pPr>
          </a:lstStyle>
          <a:p>
            <a:endParaRPr lang="nl-NL" dirty="0"/>
          </a:p>
        </p:txBody>
      </p:sp>
      <p:sp>
        <p:nvSpPr>
          <p:cNvPr id="5" name="Grafiek 3">
            <a:extLst>
              <a:ext uri="{FF2B5EF4-FFF2-40B4-BE49-F238E27FC236}">
                <a16:creationId xmlns:a16="http://schemas.microsoft.com/office/drawing/2014/main" id="{EA0E615C-06C3-824B-3B2E-7B74BCECE834}"/>
              </a:ext>
            </a:extLst>
          </p:cNvPr>
          <p:cNvSpPr>
            <a:spLocks noGrp="1"/>
          </p:cNvSpPr>
          <p:nvPr>
            <p:ph type="chart" sz="quarter" idx="17"/>
          </p:nvPr>
        </p:nvSpPr>
        <p:spPr>
          <a:xfrm>
            <a:off x="4366161" y="1519199"/>
            <a:ext cx="5400000" cy="2160000"/>
          </a:xfrm>
          <a:prstGeom prst="rect">
            <a:avLst/>
          </a:prstGeom>
        </p:spPr>
        <p:txBody>
          <a:bodyPr/>
          <a:lstStyle>
            <a:lvl1pPr marL="0" indent="0">
              <a:buNone/>
              <a:defRPr sz="3200"/>
            </a:lvl1pPr>
          </a:lstStyle>
          <a:p>
            <a:endParaRPr lang="nl-NL"/>
          </a:p>
        </p:txBody>
      </p:sp>
      <p:sp>
        <p:nvSpPr>
          <p:cNvPr id="6" name="Grafiek 2">
            <a:extLst>
              <a:ext uri="{FF2B5EF4-FFF2-40B4-BE49-F238E27FC236}">
                <a16:creationId xmlns:a16="http://schemas.microsoft.com/office/drawing/2014/main" id="{43847FB9-DB07-BD66-FB97-63958C614EA8}"/>
              </a:ext>
            </a:extLst>
          </p:cNvPr>
          <p:cNvSpPr>
            <a:spLocks noGrp="1"/>
          </p:cNvSpPr>
          <p:nvPr>
            <p:ph type="chart" sz="quarter" idx="22"/>
          </p:nvPr>
        </p:nvSpPr>
        <p:spPr>
          <a:xfrm>
            <a:off x="454514" y="4204800"/>
            <a:ext cx="3456000" cy="2160000"/>
          </a:xfrm>
          <a:prstGeom prst="rect">
            <a:avLst/>
          </a:prstGeom>
        </p:spPr>
        <p:txBody>
          <a:bodyPr/>
          <a:lstStyle>
            <a:lvl1pPr marL="0" indent="0">
              <a:buNone/>
              <a:defRPr sz="3200"/>
            </a:lvl1pPr>
          </a:lstStyle>
          <a:p>
            <a:endParaRPr lang="nl-NL" dirty="0"/>
          </a:p>
        </p:txBody>
      </p:sp>
      <p:sp>
        <p:nvSpPr>
          <p:cNvPr id="8" name="Grafiek 1">
            <a:extLst>
              <a:ext uri="{FF2B5EF4-FFF2-40B4-BE49-F238E27FC236}">
                <a16:creationId xmlns:a16="http://schemas.microsoft.com/office/drawing/2014/main" id="{42040531-957B-A069-EB3D-FAC8BDF29336}"/>
              </a:ext>
            </a:extLst>
          </p:cNvPr>
          <p:cNvSpPr>
            <a:spLocks noGrp="1"/>
          </p:cNvSpPr>
          <p:nvPr>
            <p:ph type="chart" sz="quarter" idx="23"/>
          </p:nvPr>
        </p:nvSpPr>
        <p:spPr>
          <a:xfrm>
            <a:off x="454514" y="1519199"/>
            <a:ext cx="3456000" cy="2160000"/>
          </a:xfrm>
          <a:prstGeom prst="rect">
            <a:avLst/>
          </a:prstGeom>
        </p:spPr>
        <p:txBody>
          <a:bodyPr/>
          <a:lstStyle>
            <a:lvl1pPr marL="0" indent="0">
              <a:buNone/>
              <a:defRPr sz="3200"/>
            </a:lvl1pPr>
          </a:lstStyle>
          <a:p>
            <a:endParaRPr lang="nl-NL" dirty="0"/>
          </a:p>
        </p:txBody>
      </p:sp>
    </p:spTree>
    <p:extLst>
      <p:ext uri="{BB962C8B-B14F-4D97-AF65-F5344CB8AC3E}">
        <p14:creationId xmlns:p14="http://schemas.microsoft.com/office/powerpoint/2010/main" val="19029838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iddelengebruik 2">
    <p:spTree>
      <p:nvGrpSpPr>
        <p:cNvPr id="1" name=""/>
        <p:cNvGrpSpPr/>
        <p:nvPr/>
      </p:nvGrpSpPr>
      <p:grpSpPr>
        <a:xfrm>
          <a:off x="0" y="0"/>
          <a:ext cx="0" cy="0"/>
          <a:chOff x="0" y="0"/>
          <a:chExt cx="0" cy="0"/>
        </a:xfrm>
      </p:grpSpPr>
      <p:sp>
        <p:nvSpPr>
          <p:cNvPr id="7" name="Titelblok">
            <a:extLst>
              <a:ext uri="{FF2B5EF4-FFF2-40B4-BE49-F238E27FC236}">
                <a16:creationId xmlns:a16="http://schemas.microsoft.com/office/drawing/2014/main" id="{A53C9265-3CEF-A2C1-7746-C8CDC77B0852}"/>
              </a:ext>
            </a:extLst>
          </p:cNvPr>
          <p:cNvSpPr/>
          <p:nvPr userDrawn="1"/>
        </p:nvSpPr>
        <p:spPr>
          <a:xfrm>
            <a:off x="0" y="0"/>
            <a:ext cx="10295595" cy="1066801"/>
          </a:xfrm>
          <a:custGeom>
            <a:avLst/>
            <a:gdLst>
              <a:gd name="connsiteX0" fmla="*/ 0 w 10295595"/>
              <a:gd name="connsiteY0" fmla="*/ 0 h 1066800"/>
              <a:gd name="connsiteX1" fmla="*/ 10295595 w 10295595"/>
              <a:gd name="connsiteY1" fmla="*/ 0 h 1066800"/>
              <a:gd name="connsiteX2" fmla="*/ 10295595 w 10295595"/>
              <a:gd name="connsiteY2" fmla="*/ 1066800 h 1066800"/>
              <a:gd name="connsiteX3" fmla="*/ 0 w 10295595"/>
              <a:gd name="connsiteY3" fmla="*/ 1066800 h 1066800"/>
              <a:gd name="connsiteX4" fmla="*/ 0 w 10295595"/>
              <a:gd name="connsiteY4" fmla="*/ 0 h 1066800"/>
              <a:gd name="connsiteX0" fmla="*/ 0 w 10295595"/>
              <a:gd name="connsiteY0" fmla="*/ 0 h 1066800"/>
              <a:gd name="connsiteX1" fmla="*/ 10295595 w 10295595"/>
              <a:gd name="connsiteY1" fmla="*/ 0 h 1066800"/>
              <a:gd name="connsiteX2" fmla="*/ 9737543 w 10295595"/>
              <a:gd name="connsiteY2" fmla="*/ 1066800 h 1066800"/>
              <a:gd name="connsiteX3" fmla="*/ 0 w 10295595"/>
              <a:gd name="connsiteY3" fmla="*/ 1066800 h 1066800"/>
              <a:gd name="connsiteX4" fmla="*/ 0 w 10295595"/>
              <a:gd name="connsiteY4" fmla="*/ 0 h 1066800"/>
              <a:gd name="connsiteX0" fmla="*/ 0 w 10295595"/>
              <a:gd name="connsiteY0" fmla="*/ 0 h 1066800"/>
              <a:gd name="connsiteX1" fmla="*/ 10295595 w 10295595"/>
              <a:gd name="connsiteY1" fmla="*/ 0 h 1066800"/>
              <a:gd name="connsiteX2" fmla="*/ 9710649 w 10295595"/>
              <a:gd name="connsiteY2" fmla="*/ 1060077 h 1066800"/>
              <a:gd name="connsiteX3" fmla="*/ 0 w 10295595"/>
              <a:gd name="connsiteY3" fmla="*/ 1066800 h 1066800"/>
              <a:gd name="connsiteX4" fmla="*/ 0 w 10295595"/>
              <a:gd name="connsiteY4" fmla="*/ 0 h 1066800"/>
              <a:gd name="connsiteX0" fmla="*/ 0 w 10295595"/>
              <a:gd name="connsiteY0" fmla="*/ 0 h 1066801"/>
              <a:gd name="connsiteX1" fmla="*/ 10295595 w 10295595"/>
              <a:gd name="connsiteY1" fmla="*/ 0 h 1066801"/>
              <a:gd name="connsiteX2" fmla="*/ 9710649 w 10295595"/>
              <a:gd name="connsiteY2" fmla="*/ 1066801 h 1066801"/>
              <a:gd name="connsiteX3" fmla="*/ 0 w 10295595"/>
              <a:gd name="connsiteY3" fmla="*/ 1066800 h 1066801"/>
              <a:gd name="connsiteX4" fmla="*/ 0 w 10295595"/>
              <a:gd name="connsiteY4" fmla="*/ 0 h 10668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95595" h="1066801">
                <a:moveTo>
                  <a:pt x="0" y="0"/>
                </a:moveTo>
                <a:lnTo>
                  <a:pt x="10295595" y="0"/>
                </a:lnTo>
                <a:lnTo>
                  <a:pt x="9710649" y="1066801"/>
                </a:lnTo>
                <a:lnTo>
                  <a:pt x="0" y="1066800"/>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270272" algn="l"/>
            <a:r>
              <a:rPr lang="nl-NL" sz="2400" b="1" noProof="0" dirty="0">
                <a:latin typeface="Century Gothic" panose="020B0502020202020204" pitchFamily="34" charset="0"/>
              </a:rPr>
              <a:t>Middelengebruik</a:t>
            </a:r>
            <a:endParaRPr lang="nl-NL" sz="1800" b="1" noProof="0" dirty="0">
              <a:latin typeface="Century Gothic" panose="020B0502020202020204" pitchFamily="34" charset="0"/>
            </a:endParaRPr>
          </a:p>
        </p:txBody>
      </p:sp>
      <p:sp>
        <p:nvSpPr>
          <p:cNvPr id="19" name="Grafiek 2">
            <a:extLst>
              <a:ext uri="{FF2B5EF4-FFF2-40B4-BE49-F238E27FC236}">
                <a16:creationId xmlns:a16="http://schemas.microsoft.com/office/drawing/2014/main" id="{1275B7D2-54E4-7FF9-12C7-F78D9E92D8A2}"/>
              </a:ext>
            </a:extLst>
          </p:cNvPr>
          <p:cNvSpPr>
            <a:spLocks noGrp="1"/>
          </p:cNvSpPr>
          <p:nvPr>
            <p:ph type="chart" sz="quarter" idx="14"/>
          </p:nvPr>
        </p:nvSpPr>
        <p:spPr>
          <a:xfrm>
            <a:off x="6096000" y="1860960"/>
            <a:ext cx="5400000" cy="4320000"/>
          </a:xfrm>
          <a:prstGeom prst="rect">
            <a:avLst/>
          </a:prstGeom>
        </p:spPr>
        <p:txBody>
          <a:bodyPr/>
          <a:lstStyle>
            <a:lvl1pPr marL="0" indent="0">
              <a:buNone/>
              <a:defRPr/>
            </a:lvl1pPr>
          </a:lstStyle>
          <a:p>
            <a:endParaRPr lang="nl-NL" dirty="0"/>
          </a:p>
        </p:txBody>
      </p:sp>
      <p:sp>
        <p:nvSpPr>
          <p:cNvPr id="20" name="Grafiek 1">
            <a:extLst>
              <a:ext uri="{FF2B5EF4-FFF2-40B4-BE49-F238E27FC236}">
                <a16:creationId xmlns:a16="http://schemas.microsoft.com/office/drawing/2014/main" id="{EED19F67-71F6-8279-301C-45C1477E4829}"/>
              </a:ext>
            </a:extLst>
          </p:cNvPr>
          <p:cNvSpPr>
            <a:spLocks noGrp="1"/>
          </p:cNvSpPr>
          <p:nvPr>
            <p:ph type="chart" sz="quarter" idx="15"/>
          </p:nvPr>
        </p:nvSpPr>
        <p:spPr>
          <a:xfrm>
            <a:off x="1259794" y="1860960"/>
            <a:ext cx="3960000" cy="4320000"/>
          </a:xfrm>
          <a:prstGeom prst="rect">
            <a:avLst/>
          </a:prstGeom>
        </p:spPr>
        <p:txBody>
          <a:bodyPr/>
          <a:lstStyle>
            <a:lvl1pPr marL="0" indent="0">
              <a:buNone/>
              <a:defRPr/>
            </a:lvl1pPr>
          </a:lstStyle>
          <a:p>
            <a:endParaRPr lang="nl-NL" dirty="0"/>
          </a:p>
        </p:txBody>
      </p:sp>
    </p:spTree>
    <p:extLst>
      <p:ext uri="{BB962C8B-B14F-4D97-AF65-F5344CB8AC3E}">
        <p14:creationId xmlns:p14="http://schemas.microsoft.com/office/powerpoint/2010/main" val="30628016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Mentale gezondheid">
    <p:spTree>
      <p:nvGrpSpPr>
        <p:cNvPr id="1" name=""/>
        <p:cNvGrpSpPr/>
        <p:nvPr/>
      </p:nvGrpSpPr>
      <p:grpSpPr>
        <a:xfrm>
          <a:off x="0" y="0"/>
          <a:ext cx="0" cy="0"/>
          <a:chOff x="0" y="0"/>
          <a:chExt cx="0" cy="0"/>
        </a:xfrm>
      </p:grpSpPr>
      <p:sp>
        <p:nvSpPr>
          <p:cNvPr id="7" name="Titelblok">
            <a:extLst>
              <a:ext uri="{FF2B5EF4-FFF2-40B4-BE49-F238E27FC236}">
                <a16:creationId xmlns:a16="http://schemas.microsoft.com/office/drawing/2014/main" id="{A53C9265-3CEF-A2C1-7746-C8CDC77B0852}"/>
              </a:ext>
            </a:extLst>
          </p:cNvPr>
          <p:cNvSpPr/>
          <p:nvPr userDrawn="1"/>
        </p:nvSpPr>
        <p:spPr>
          <a:xfrm>
            <a:off x="0" y="0"/>
            <a:ext cx="10295595" cy="1066801"/>
          </a:xfrm>
          <a:custGeom>
            <a:avLst/>
            <a:gdLst>
              <a:gd name="connsiteX0" fmla="*/ 0 w 10295595"/>
              <a:gd name="connsiteY0" fmla="*/ 0 h 1066800"/>
              <a:gd name="connsiteX1" fmla="*/ 10295595 w 10295595"/>
              <a:gd name="connsiteY1" fmla="*/ 0 h 1066800"/>
              <a:gd name="connsiteX2" fmla="*/ 10295595 w 10295595"/>
              <a:gd name="connsiteY2" fmla="*/ 1066800 h 1066800"/>
              <a:gd name="connsiteX3" fmla="*/ 0 w 10295595"/>
              <a:gd name="connsiteY3" fmla="*/ 1066800 h 1066800"/>
              <a:gd name="connsiteX4" fmla="*/ 0 w 10295595"/>
              <a:gd name="connsiteY4" fmla="*/ 0 h 1066800"/>
              <a:gd name="connsiteX0" fmla="*/ 0 w 10295595"/>
              <a:gd name="connsiteY0" fmla="*/ 0 h 1066800"/>
              <a:gd name="connsiteX1" fmla="*/ 10295595 w 10295595"/>
              <a:gd name="connsiteY1" fmla="*/ 0 h 1066800"/>
              <a:gd name="connsiteX2" fmla="*/ 9737543 w 10295595"/>
              <a:gd name="connsiteY2" fmla="*/ 1066800 h 1066800"/>
              <a:gd name="connsiteX3" fmla="*/ 0 w 10295595"/>
              <a:gd name="connsiteY3" fmla="*/ 1066800 h 1066800"/>
              <a:gd name="connsiteX4" fmla="*/ 0 w 10295595"/>
              <a:gd name="connsiteY4" fmla="*/ 0 h 1066800"/>
              <a:gd name="connsiteX0" fmla="*/ 0 w 10295595"/>
              <a:gd name="connsiteY0" fmla="*/ 0 h 1066800"/>
              <a:gd name="connsiteX1" fmla="*/ 10295595 w 10295595"/>
              <a:gd name="connsiteY1" fmla="*/ 0 h 1066800"/>
              <a:gd name="connsiteX2" fmla="*/ 9710649 w 10295595"/>
              <a:gd name="connsiteY2" fmla="*/ 1060077 h 1066800"/>
              <a:gd name="connsiteX3" fmla="*/ 0 w 10295595"/>
              <a:gd name="connsiteY3" fmla="*/ 1066800 h 1066800"/>
              <a:gd name="connsiteX4" fmla="*/ 0 w 10295595"/>
              <a:gd name="connsiteY4" fmla="*/ 0 h 1066800"/>
              <a:gd name="connsiteX0" fmla="*/ 0 w 10295595"/>
              <a:gd name="connsiteY0" fmla="*/ 0 h 1066801"/>
              <a:gd name="connsiteX1" fmla="*/ 10295595 w 10295595"/>
              <a:gd name="connsiteY1" fmla="*/ 0 h 1066801"/>
              <a:gd name="connsiteX2" fmla="*/ 9710649 w 10295595"/>
              <a:gd name="connsiteY2" fmla="*/ 1066801 h 1066801"/>
              <a:gd name="connsiteX3" fmla="*/ 0 w 10295595"/>
              <a:gd name="connsiteY3" fmla="*/ 1066800 h 1066801"/>
              <a:gd name="connsiteX4" fmla="*/ 0 w 10295595"/>
              <a:gd name="connsiteY4" fmla="*/ 0 h 10668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95595" h="1066801">
                <a:moveTo>
                  <a:pt x="0" y="0"/>
                </a:moveTo>
                <a:lnTo>
                  <a:pt x="10295595" y="0"/>
                </a:lnTo>
                <a:lnTo>
                  <a:pt x="9710649" y="1066801"/>
                </a:lnTo>
                <a:lnTo>
                  <a:pt x="0" y="1066800"/>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270272" algn="l"/>
            <a:r>
              <a:rPr lang="nl-NL" sz="2400" b="1" noProof="0" dirty="0">
                <a:latin typeface="Century Gothic" panose="020B0502020202020204" pitchFamily="34" charset="0"/>
              </a:rPr>
              <a:t>Mentale gezondheid</a:t>
            </a:r>
            <a:endParaRPr lang="nl-NL" sz="1800" b="1" noProof="0" dirty="0">
              <a:latin typeface="Century Gothic" panose="020B0502020202020204" pitchFamily="34" charset="0"/>
            </a:endParaRPr>
          </a:p>
        </p:txBody>
      </p:sp>
      <p:cxnSp>
        <p:nvCxnSpPr>
          <p:cNvPr id="2" name="Rechte verbindingslijn 1">
            <a:extLst>
              <a:ext uri="{FF2B5EF4-FFF2-40B4-BE49-F238E27FC236}">
                <a16:creationId xmlns:a16="http://schemas.microsoft.com/office/drawing/2014/main" id="{4C538D0C-D1BB-354E-B7C4-7DBDC4B35CC3}"/>
              </a:ext>
            </a:extLst>
          </p:cNvPr>
          <p:cNvCxnSpPr>
            <a:cxnSpLocks/>
          </p:cNvCxnSpPr>
          <p:nvPr userDrawn="1"/>
        </p:nvCxnSpPr>
        <p:spPr>
          <a:xfrm flipV="1">
            <a:off x="414017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4" name="Grafiek 4">
            <a:extLst>
              <a:ext uri="{FF2B5EF4-FFF2-40B4-BE49-F238E27FC236}">
                <a16:creationId xmlns:a16="http://schemas.microsoft.com/office/drawing/2014/main" id="{9D4D247F-EED3-751A-0049-01F139CA96DF}"/>
              </a:ext>
            </a:extLst>
          </p:cNvPr>
          <p:cNvSpPr>
            <a:spLocks noGrp="1"/>
          </p:cNvSpPr>
          <p:nvPr>
            <p:ph type="chart" sz="quarter" idx="21"/>
          </p:nvPr>
        </p:nvSpPr>
        <p:spPr>
          <a:xfrm>
            <a:off x="4366163" y="4204800"/>
            <a:ext cx="5400000" cy="2160000"/>
          </a:xfrm>
          <a:prstGeom prst="rect">
            <a:avLst/>
          </a:prstGeom>
        </p:spPr>
        <p:txBody>
          <a:bodyPr/>
          <a:lstStyle>
            <a:lvl1pPr marL="0" indent="0">
              <a:buNone/>
              <a:defRPr sz="3200"/>
            </a:lvl1pPr>
          </a:lstStyle>
          <a:p>
            <a:endParaRPr lang="nl-NL" dirty="0"/>
          </a:p>
        </p:txBody>
      </p:sp>
      <p:sp>
        <p:nvSpPr>
          <p:cNvPr id="5" name="Grafiek 3">
            <a:extLst>
              <a:ext uri="{FF2B5EF4-FFF2-40B4-BE49-F238E27FC236}">
                <a16:creationId xmlns:a16="http://schemas.microsoft.com/office/drawing/2014/main" id="{8476CF55-AC4B-A51E-B67D-0043B13FC3C0}"/>
              </a:ext>
            </a:extLst>
          </p:cNvPr>
          <p:cNvSpPr>
            <a:spLocks noGrp="1"/>
          </p:cNvSpPr>
          <p:nvPr>
            <p:ph type="chart" sz="quarter" idx="17"/>
          </p:nvPr>
        </p:nvSpPr>
        <p:spPr>
          <a:xfrm>
            <a:off x="4366161" y="1519199"/>
            <a:ext cx="5400000" cy="2160000"/>
          </a:xfrm>
          <a:prstGeom prst="rect">
            <a:avLst/>
          </a:prstGeom>
        </p:spPr>
        <p:txBody>
          <a:bodyPr/>
          <a:lstStyle>
            <a:lvl1pPr marL="0" indent="0">
              <a:buNone/>
              <a:defRPr sz="3200"/>
            </a:lvl1pPr>
          </a:lstStyle>
          <a:p>
            <a:endParaRPr lang="nl-NL"/>
          </a:p>
        </p:txBody>
      </p:sp>
      <p:sp>
        <p:nvSpPr>
          <p:cNvPr id="6" name="Grafiek 2">
            <a:extLst>
              <a:ext uri="{FF2B5EF4-FFF2-40B4-BE49-F238E27FC236}">
                <a16:creationId xmlns:a16="http://schemas.microsoft.com/office/drawing/2014/main" id="{051C7A14-B993-DB3C-D3AE-27FA3E10C10C}"/>
              </a:ext>
            </a:extLst>
          </p:cNvPr>
          <p:cNvSpPr>
            <a:spLocks noGrp="1"/>
          </p:cNvSpPr>
          <p:nvPr>
            <p:ph type="chart" sz="quarter" idx="22"/>
          </p:nvPr>
        </p:nvSpPr>
        <p:spPr>
          <a:xfrm>
            <a:off x="454514" y="4204800"/>
            <a:ext cx="3456000" cy="2160000"/>
          </a:xfrm>
          <a:prstGeom prst="rect">
            <a:avLst/>
          </a:prstGeom>
        </p:spPr>
        <p:txBody>
          <a:bodyPr/>
          <a:lstStyle>
            <a:lvl1pPr marL="0" indent="0">
              <a:buNone/>
              <a:defRPr sz="3200"/>
            </a:lvl1pPr>
          </a:lstStyle>
          <a:p>
            <a:endParaRPr lang="nl-NL" dirty="0"/>
          </a:p>
        </p:txBody>
      </p:sp>
      <p:sp>
        <p:nvSpPr>
          <p:cNvPr id="8" name="Grafiek 1">
            <a:extLst>
              <a:ext uri="{FF2B5EF4-FFF2-40B4-BE49-F238E27FC236}">
                <a16:creationId xmlns:a16="http://schemas.microsoft.com/office/drawing/2014/main" id="{37BFBFD0-42A1-EEE7-4558-A7D2A210A689}"/>
              </a:ext>
            </a:extLst>
          </p:cNvPr>
          <p:cNvSpPr>
            <a:spLocks noGrp="1"/>
          </p:cNvSpPr>
          <p:nvPr>
            <p:ph type="chart" sz="quarter" idx="23"/>
          </p:nvPr>
        </p:nvSpPr>
        <p:spPr>
          <a:xfrm>
            <a:off x="454514" y="1519199"/>
            <a:ext cx="3456000" cy="2160000"/>
          </a:xfrm>
          <a:prstGeom prst="rect">
            <a:avLst/>
          </a:prstGeom>
        </p:spPr>
        <p:txBody>
          <a:bodyPr/>
          <a:lstStyle>
            <a:lvl1pPr marL="0" indent="0">
              <a:buNone/>
              <a:defRPr sz="3200"/>
            </a:lvl1pPr>
          </a:lstStyle>
          <a:p>
            <a:endParaRPr lang="nl-NL" dirty="0"/>
          </a:p>
        </p:txBody>
      </p:sp>
    </p:spTree>
    <p:extLst>
      <p:ext uri="{BB962C8B-B14F-4D97-AF65-F5344CB8AC3E}">
        <p14:creationId xmlns:p14="http://schemas.microsoft.com/office/powerpoint/2010/main" val="33506245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Mentale gezondheid 2">
    <p:spTree>
      <p:nvGrpSpPr>
        <p:cNvPr id="1" name=""/>
        <p:cNvGrpSpPr/>
        <p:nvPr/>
      </p:nvGrpSpPr>
      <p:grpSpPr>
        <a:xfrm>
          <a:off x="0" y="0"/>
          <a:ext cx="0" cy="0"/>
          <a:chOff x="0" y="0"/>
          <a:chExt cx="0" cy="0"/>
        </a:xfrm>
      </p:grpSpPr>
      <p:sp>
        <p:nvSpPr>
          <p:cNvPr id="7" name="Titelblok">
            <a:extLst>
              <a:ext uri="{FF2B5EF4-FFF2-40B4-BE49-F238E27FC236}">
                <a16:creationId xmlns:a16="http://schemas.microsoft.com/office/drawing/2014/main" id="{A53C9265-3CEF-A2C1-7746-C8CDC77B0852}"/>
              </a:ext>
            </a:extLst>
          </p:cNvPr>
          <p:cNvSpPr/>
          <p:nvPr userDrawn="1"/>
        </p:nvSpPr>
        <p:spPr>
          <a:xfrm>
            <a:off x="0" y="0"/>
            <a:ext cx="10295595" cy="1066801"/>
          </a:xfrm>
          <a:custGeom>
            <a:avLst/>
            <a:gdLst>
              <a:gd name="connsiteX0" fmla="*/ 0 w 10295595"/>
              <a:gd name="connsiteY0" fmla="*/ 0 h 1066800"/>
              <a:gd name="connsiteX1" fmla="*/ 10295595 w 10295595"/>
              <a:gd name="connsiteY1" fmla="*/ 0 h 1066800"/>
              <a:gd name="connsiteX2" fmla="*/ 10295595 w 10295595"/>
              <a:gd name="connsiteY2" fmla="*/ 1066800 h 1066800"/>
              <a:gd name="connsiteX3" fmla="*/ 0 w 10295595"/>
              <a:gd name="connsiteY3" fmla="*/ 1066800 h 1066800"/>
              <a:gd name="connsiteX4" fmla="*/ 0 w 10295595"/>
              <a:gd name="connsiteY4" fmla="*/ 0 h 1066800"/>
              <a:gd name="connsiteX0" fmla="*/ 0 w 10295595"/>
              <a:gd name="connsiteY0" fmla="*/ 0 h 1066800"/>
              <a:gd name="connsiteX1" fmla="*/ 10295595 w 10295595"/>
              <a:gd name="connsiteY1" fmla="*/ 0 h 1066800"/>
              <a:gd name="connsiteX2" fmla="*/ 9737543 w 10295595"/>
              <a:gd name="connsiteY2" fmla="*/ 1066800 h 1066800"/>
              <a:gd name="connsiteX3" fmla="*/ 0 w 10295595"/>
              <a:gd name="connsiteY3" fmla="*/ 1066800 h 1066800"/>
              <a:gd name="connsiteX4" fmla="*/ 0 w 10295595"/>
              <a:gd name="connsiteY4" fmla="*/ 0 h 1066800"/>
              <a:gd name="connsiteX0" fmla="*/ 0 w 10295595"/>
              <a:gd name="connsiteY0" fmla="*/ 0 h 1066800"/>
              <a:gd name="connsiteX1" fmla="*/ 10295595 w 10295595"/>
              <a:gd name="connsiteY1" fmla="*/ 0 h 1066800"/>
              <a:gd name="connsiteX2" fmla="*/ 9710649 w 10295595"/>
              <a:gd name="connsiteY2" fmla="*/ 1060077 h 1066800"/>
              <a:gd name="connsiteX3" fmla="*/ 0 w 10295595"/>
              <a:gd name="connsiteY3" fmla="*/ 1066800 h 1066800"/>
              <a:gd name="connsiteX4" fmla="*/ 0 w 10295595"/>
              <a:gd name="connsiteY4" fmla="*/ 0 h 1066800"/>
              <a:gd name="connsiteX0" fmla="*/ 0 w 10295595"/>
              <a:gd name="connsiteY0" fmla="*/ 0 h 1066801"/>
              <a:gd name="connsiteX1" fmla="*/ 10295595 w 10295595"/>
              <a:gd name="connsiteY1" fmla="*/ 0 h 1066801"/>
              <a:gd name="connsiteX2" fmla="*/ 9710649 w 10295595"/>
              <a:gd name="connsiteY2" fmla="*/ 1066801 h 1066801"/>
              <a:gd name="connsiteX3" fmla="*/ 0 w 10295595"/>
              <a:gd name="connsiteY3" fmla="*/ 1066800 h 1066801"/>
              <a:gd name="connsiteX4" fmla="*/ 0 w 10295595"/>
              <a:gd name="connsiteY4" fmla="*/ 0 h 10668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95595" h="1066801">
                <a:moveTo>
                  <a:pt x="0" y="0"/>
                </a:moveTo>
                <a:lnTo>
                  <a:pt x="10295595" y="0"/>
                </a:lnTo>
                <a:lnTo>
                  <a:pt x="9710649" y="1066801"/>
                </a:lnTo>
                <a:lnTo>
                  <a:pt x="0" y="1066800"/>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270272" algn="l"/>
            <a:r>
              <a:rPr lang="nl-NL" sz="2400" b="1" noProof="0" dirty="0">
                <a:latin typeface="Century Gothic" panose="020B0502020202020204" pitchFamily="34" charset="0"/>
              </a:rPr>
              <a:t>Mentale gezondheid</a:t>
            </a:r>
            <a:endParaRPr lang="nl-NL" sz="1800" b="1" noProof="0" dirty="0">
              <a:latin typeface="Century Gothic" panose="020B0502020202020204" pitchFamily="34" charset="0"/>
            </a:endParaRPr>
          </a:p>
        </p:txBody>
      </p:sp>
      <p:sp>
        <p:nvSpPr>
          <p:cNvPr id="3" name="Grafiek 2">
            <a:extLst>
              <a:ext uri="{FF2B5EF4-FFF2-40B4-BE49-F238E27FC236}">
                <a16:creationId xmlns:a16="http://schemas.microsoft.com/office/drawing/2014/main" id="{5F193AA4-09A3-CB31-87EE-2F190A925E48}"/>
              </a:ext>
            </a:extLst>
          </p:cNvPr>
          <p:cNvSpPr>
            <a:spLocks noGrp="1"/>
          </p:cNvSpPr>
          <p:nvPr>
            <p:ph type="chart" sz="quarter" idx="14"/>
          </p:nvPr>
        </p:nvSpPr>
        <p:spPr>
          <a:xfrm>
            <a:off x="6096000" y="1860960"/>
            <a:ext cx="5400000" cy="4320000"/>
          </a:xfrm>
          <a:prstGeom prst="rect">
            <a:avLst/>
          </a:prstGeom>
        </p:spPr>
        <p:txBody>
          <a:bodyPr/>
          <a:lstStyle>
            <a:lvl1pPr marL="0" indent="0">
              <a:buNone/>
              <a:defRPr/>
            </a:lvl1pPr>
          </a:lstStyle>
          <a:p>
            <a:endParaRPr lang="nl-NL" dirty="0"/>
          </a:p>
        </p:txBody>
      </p:sp>
      <p:sp>
        <p:nvSpPr>
          <p:cNvPr id="5" name="Grafiek 1">
            <a:extLst>
              <a:ext uri="{FF2B5EF4-FFF2-40B4-BE49-F238E27FC236}">
                <a16:creationId xmlns:a16="http://schemas.microsoft.com/office/drawing/2014/main" id="{17069FB9-1CAC-9FEB-25C3-FB8E804B1CA5}"/>
              </a:ext>
            </a:extLst>
          </p:cNvPr>
          <p:cNvSpPr>
            <a:spLocks noGrp="1"/>
          </p:cNvSpPr>
          <p:nvPr>
            <p:ph type="chart" sz="quarter" idx="15"/>
          </p:nvPr>
        </p:nvSpPr>
        <p:spPr>
          <a:xfrm>
            <a:off x="1259794" y="1860960"/>
            <a:ext cx="3960000" cy="4320000"/>
          </a:xfrm>
          <a:prstGeom prst="rect">
            <a:avLst/>
          </a:prstGeom>
        </p:spPr>
        <p:txBody>
          <a:bodyPr/>
          <a:lstStyle>
            <a:lvl1pPr marL="0" indent="0">
              <a:buNone/>
              <a:defRPr/>
            </a:lvl1pPr>
          </a:lstStyle>
          <a:p>
            <a:endParaRPr lang="nl-NL" dirty="0"/>
          </a:p>
        </p:txBody>
      </p:sp>
    </p:spTree>
    <p:extLst>
      <p:ext uri="{BB962C8B-B14F-4D97-AF65-F5344CB8AC3E}">
        <p14:creationId xmlns:p14="http://schemas.microsoft.com/office/powerpoint/2010/main" val="18010026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Mentale gezondheid 3">
    <p:spTree>
      <p:nvGrpSpPr>
        <p:cNvPr id="1" name=""/>
        <p:cNvGrpSpPr/>
        <p:nvPr/>
      </p:nvGrpSpPr>
      <p:grpSpPr>
        <a:xfrm>
          <a:off x="0" y="0"/>
          <a:ext cx="0" cy="0"/>
          <a:chOff x="0" y="0"/>
          <a:chExt cx="0" cy="0"/>
        </a:xfrm>
      </p:grpSpPr>
      <p:sp>
        <p:nvSpPr>
          <p:cNvPr id="7" name="Titelblok">
            <a:extLst>
              <a:ext uri="{FF2B5EF4-FFF2-40B4-BE49-F238E27FC236}">
                <a16:creationId xmlns:a16="http://schemas.microsoft.com/office/drawing/2014/main" id="{A53C9265-3CEF-A2C1-7746-C8CDC77B0852}"/>
              </a:ext>
            </a:extLst>
          </p:cNvPr>
          <p:cNvSpPr/>
          <p:nvPr userDrawn="1"/>
        </p:nvSpPr>
        <p:spPr>
          <a:xfrm>
            <a:off x="0" y="0"/>
            <a:ext cx="10295595" cy="1066801"/>
          </a:xfrm>
          <a:custGeom>
            <a:avLst/>
            <a:gdLst>
              <a:gd name="connsiteX0" fmla="*/ 0 w 10295595"/>
              <a:gd name="connsiteY0" fmla="*/ 0 h 1066800"/>
              <a:gd name="connsiteX1" fmla="*/ 10295595 w 10295595"/>
              <a:gd name="connsiteY1" fmla="*/ 0 h 1066800"/>
              <a:gd name="connsiteX2" fmla="*/ 10295595 w 10295595"/>
              <a:gd name="connsiteY2" fmla="*/ 1066800 h 1066800"/>
              <a:gd name="connsiteX3" fmla="*/ 0 w 10295595"/>
              <a:gd name="connsiteY3" fmla="*/ 1066800 h 1066800"/>
              <a:gd name="connsiteX4" fmla="*/ 0 w 10295595"/>
              <a:gd name="connsiteY4" fmla="*/ 0 h 1066800"/>
              <a:gd name="connsiteX0" fmla="*/ 0 w 10295595"/>
              <a:gd name="connsiteY0" fmla="*/ 0 h 1066800"/>
              <a:gd name="connsiteX1" fmla="*/ 10295595 w 10295595"/>
              <a:gd name="connsiteY1" fmla="*/ 0 h 1066800"/>
              <a:gd name="connsiteX2" fmla="*/ 9737543 w 10295595"/>
              <a:gd name="connsiteY2" fmla="*/ 1066800 h 1066800"/>
              <a:gd name="connsiteX3" fmla="*/ 0 w 10295595"/>
              <a:gd name="connsiteY3" fmla="*/ 1066800 h 1066800"/>
              <a:gd name="connsiteX4" fmla="*/ 0 w 10295595"/>
              <a:gd name="connsiteY4" fmla="*/ 0 h 1066800"/>
              <a:gd name="connsiteX0" fmla="*/ 0 w 10295595"/>
              <a:gd name="connsiteY0" fmla="*/ 0 h 1066800"/>
              <a:gd name="connsiteX1" fmla="*/ 10295595 w 10295595"/>
              <a:gd name="connsiteY1" fmla="*/ 0 h 1066800"/>
              <a:gd name="connsiteX2" fmla="*/ 9710649 w 10295595"/>
              <a:gd name="connsiteY2" fmla="*/ 1060077 h 1066800"/>
              <a:gd name="connsiteX3" fmla="*/ 0 w 10295595"/>
              <a:gd name="connsiteY3" fmla="*/ 1066800 h 1066800"/>
              <a:gd name="connsiteX4" fmla="*/ 0 w 10295595"/>
              <a:gd name="connsiteY4" fmla="*/ 0 h 1066800"/>
              <a:gd name="connsiteX0" fmla="*/ 0 w 10295595"/>
              <a:gd name="connsiteY0" fmla="*/ 0 h 1066801"/>
              <a:gd name="connsiteX1" fmla="*/ 10295595 w 10295595"/>
              <a:gd name="connsiteY1" fmla="*/ 0 h 1066801"/>
              <a:gd name="connsiteX2" fmla="*/ 9710649 w 10295595"/>
              <a:gd name="connsiteY2" fmla="*/ 1066801 h 1066801"/>
              <a:gd name="connsiteX3" fmla="*/ 0 w 10295595"/>
              <a:gd name="connsiteY3" fmla="*/ 1066800 h 1066801"/>
              <a:gd name="connsiteX4" fmla="*/ 0 w 10295595"/>
              <a:gd name="connsiteY4" fmla="*/ 0 h 10668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95595" h="1066801">
                <a:moveTo>
                  <a:pt x="0" y="0"/>
                </a:moveTo>
                <a:lnTo>
                  <a:pt x="10295595" y="0"/>
                </a:lnTo>
                <a:lnTo>
                  <a:pt x="9710649" y="1066801"/>
                </a:lnTo>
                <a:lnTo>
                  <a:pt x="0" y="1066800"/>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270272" algn="l"/>
            <a:r>
              <a:rPr lang="nl-NL" sz="2400" b="1" noProof="0" dirty="0">
                <a:latin typeface="Century Gothic" panose="020B0502020202020204" pitchFamily="34" charset="0"/>
              </a:rPr>
              <a:t>Mentale gezondheid</a:t>
            </a:r>
            <a:endParaRPr lang="nl-NL" sz="1800" b="1" noProof="0" dirty="0">
              <a:latin typeface="Century Gothic" panose="020B0502020202020204" pitchFamily="34" charset="0"/>
            </a:endParaRPr>
          </a:p>
        </p:txBody>
      </p:sp>
      <p:sp>
        <p:nvSpPr>
          <p:cNvPr id="3" name="Grafiek">
            <a:extLst>
              <a:ext uri="{FF2B5EF4-FFF2-40B4-BE49-F238E27FC236}">
                <a16:creationId xmlns:a16="http://schemas.microsoft.com/office/drawing/2014/main" id="{5F193AA4-09A3-CB31-87EE-2F190A925E48}"/>
              </a:ext>
            </a:extLst>
          </p:cNvPr>
          <p:cNvSpPr>
            <a:spLocks noGrp="1"/>
          </p:cNvSpPr>
          <p:nvPr>
            <p:ph type="chart" sz="quarter" idx="14"/>
          </p:nvPr>
        </p:nvSpPr>
        <p:spPr>
          <a:xfrm>
            <a:off x="4074457" y="1983441"/>
            <a:ext cx="5082989" cy="3193677"/>
          </a:xfrm>
          <a:prstGeom prst="rect">
            <a:avLst/>
          </a:prstGeom>
        </p:spPr>
        <p:txBody>
          <a:bodyPr/>
          <a:lstStyle>
            <a:lvl1pPr marL="0" indent="0">
              <a:buNone/>
              <a:defRPr/>
            </a:lvl1pPr>
          </a:lstStyle>
          <a:p>
            <a:endParaRPr lang="nl-NL" dirty="0"/>
          </a:p>
        </p:txBody>
      </p:sp>
    </p:spTree>
    <p:extLst>
      <p:ext uri="{BB962C8B-B14F-4D97-AF65-F5344CB8AC3E}">
        <p14:creationId xmlns:p14="http://schemas.microsoft.com/office/powerpoint/2010/main" val="36746469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Gezin">
    <p:spTree>
      <p:nvGrpSpPr>
        <p:cNvPr id="1" name=""/>
        <p:cNvGrpSpPr/>
        <p:nvPr/>
      </p:nvGrpSpPr>
      <p:grpSpPr>
        <a:xfrm>
          <a:off x="0" y="0"/>
          <a:ext cx="0" cy="0"/>
          <a:chOff x="0" y="0"/>
          <a:chExt cx="0" cy="0"/>
        </a:xfrm>
      </p:grpSpPr>
      <p:sp>
        <p:nvSpPr>
          <p:cNvPr id="7" name="Titelblok">
            <a:extLst>
              <a:ext uri="{FF2B5EF4-FFF2-40B4-BE49-F238E27FC236}">
                <a16:creationId xmlns:a16="http://schemas.microsoft.com/office/drawing/2014/main" id="{A53C9265-3CEF-A2C1-7746-C8CDC77B0852}"/>
              </a:ext>
            </a:extLst>
          </p:cNvPr>
          <p:cNvSpPr/>
          <p:nvPr userDrawn="1"/>
        </p:nvSpPr>
        <p:spPr>
          <a:xfrm>
            <a:off x="0" y="0"/>
            <a:ext cx="10295595" cy="1066801"/>
          </a:xfrm>
          <a:custGeom>
            <a:avLst/>
            <a:gdLst>
              <a:gd name="connsiteX0" fmla="*/ 0 w 10295595"/>
              <a:gd name="connsiteY0" fmla="*/ 0 h 1066800"/>
              <a:gd name="connsiteX1" fmla="*/ 10295595 w 10295595"/>
              <a:gd name="connsiteY1" fmla="*/ 0 h 1066800"/>
              <a:gd name="connsiteX2" fmla="*/ 10295595 w 10295595"/>
              <a:gd name="connsiteY2" fmla="*/ 1066800 h 1066800"/>
              <a:gd name="connsiteX3" fmla="*/ 0 w 10295595"/>
              <a:gd name="connsiteY3" fmla="*/ 1066800 h 1066800"/>
              <a:gd name="connsiteX4" fmla="*/ 0 w 10295595"/>
              <a:gd name="connsiteY4" fmla="*/ 0 h 1066800"/>
              <a:gd name="connsiteX0" fmla="*/ 0 w 10295595"/>
              <a:gd name="connsiteY0" fmla="*/ 0 h 1066800"/>
              <a:gd name="connsiteX1" fmla="*/ 10295595 w 10295595"/>
              <a:gd name="connsiteY1" fmla="*/ 0 h 1066800"/>
              <a:gd name="connsiteX2" fmla="*/ 9737543 w 10295595"/>
              <a:gd name="connsiteY2" fmla="*/ 1066800 h 1066800"/>
              <a:gd name="connsiteX3" fmla="*/ 0 w 10295595"/>
              <a:gd name="connsiteY3" fmla="*/ 1066800 h 1066800"/>
              <a:gd name="connsiteX4" fmla="*/ 0 w 10295595"/>
              <a:gd name="connsiteY4" fmla="*/ 0 h 1066800"/>
              <a:gd name="connsiteX0" fmla="*/ 0 w 10295595"/>
              <a:gd name="connsiteY0" fmla="*/ 0 h 1066800"/>
              <a:gd name="connsiteX1" fmla="*/ 10295595 w 10295595"/>
              <a:gd name="connsiteY1" fmla="*/ 0 h 1066800"/>
              <a:gd name="connsiteX2" fmla="*/ 9710649 w 10295595"/>
              <a:gd name="connsiteY2" fmla="*/ 1060077 h 1066800"/>
              <a:gd name="connsiteX3" fmla="*/ 0 w 10295595"/>
              <a:gd name="connsiteY3" fmla="*/ 1066800 h 1066800"/>
              <a:gd name="connsiteX4" fmla="*/ 0 w 10295595"/>
              <a:gd name="connsiteY4" fmla="*/ 0 h 1066800"/>
              <a:gd name="connsiteX0" fmla="*/ 0 w 10295595"/>
              <a:gd name="connsiteY0" fmla="*/ 0 h 1066801"/>
              <a:gd name="connsiteX1" fmla="*/ 10295595 w 10295595"/>
              <a:gd name="connsiteY1" fmla="*/ 0 h 1066801"/>
              <a:gd name="connsiteX2" fmla="*/ 9710649 w 10295595"/>
              <a:gd name="connsiteY2" fmla="*/ 1066801 h 1066801"/>
              <a:gd name="connsiteX3" fmla="*/ 0 w 10295595"/>
              <a:gd name="connsiteY3" fmla="*/ 1066800 h 1066801"/>
              <a:gd name="connsiteX4" fmla="*/ 0 w 10295595"/>
              <a:gd name="connsiteY4" fmla="*/ 0 h 10668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95595" h="1066801">
                <a:moveTo>
                  <a:pt x="0" y="0"/>
                </a:moveTo>
                <a:lnTo>
                  <a:pt x="10295595" y="0"/>
                </a:lnTo>
                <a:lnTo>
                  <a:pt x="9710649" y="1066801"/>
                </a:lnTo>
                <a:lnTo>
                  <a:pt x="0" y="1066800"/>
                </a:lnTo>
                <a:lnTo>
                  <a:pt x="0" y="0"/>
                </a:lnTo>
                <a:close/>
              </a:path>
            </a:pathLst>
          </a:cu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marL="0" indent="270272" algn="l"/>
            <a:r>
              <a:rPr lang="nl-NL" sz="2400" b="1" noProof="0" dirty="0">
                <a:latin typeface="Century Gothic" panose="020B0502020202020204" pitchFamily="34" charset="0"/>
              </a:rPr>
              <a:t>Gezin</a:t>
            </a:r>
            <a:endParaRPr lang="nl-NL" sz="1800" b="1" noProof="0" dirty="0">
              <a:latin typeface="Century Gothic" panose="020B0502020202020204" pitchFamily="34" charset="0"/>
            </a:endParaRPr>
          </a:p>
        </p:txBody>
      </p:sp>
      <p:cxnSp>
        <p:nvCxnSpPr>
          <p:cNvPr id="3" name="Rechte verbindingslijn 1">
            <a:extLst>
              <a:ext uri="{FF2B5EF4-FFF2-40B4-BE49-F238E27FC236}">
                <a16:creationId xmlns:a16="http://schemas.microsoft.com/office/drawing/2014/main" id="{56C8CA6E-C8DD-E4C7-9E4F-2F5B8DAB31DF}"/>
              </a:ext>
            </a:extLst>
          </p:cNvPr>
          <p:cNvCxnSpPr>
            <a:cxnSpLocks/>
          </p:cNvCxnSpPr>
          <p:nvPr userDrawn="1"/>
        </p:nvCxnSpPr>
        <p:spPr>
          <a:xfrm flipV="1">
            <a:off x="414017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4" name="Grafiek 4">
            <a:extLst>
              <a:ext uri="{FF2B5EF4-FFF2-40B4-BE49-F238E27FC236}">
                <a16:creationId xmlns:a16="http://schemas.microsoft.com/office/drawing/2014/main" id="{E5A62323-24A9-E383-542D-BC2A84B03789}"/>
              </a:ext>
            </a:extLst>
          </p:cNvPr>
          <p:cNvSpPr>
            <a:spLocks noGrp="1"/>
          </p:cNvSpPr>
          <p:nvPr>
            <p:ph type="chart" sz="quarter" idx="21"/>
          </p:nvPr>
        </p:nvSpPr>
        <p:spPr>
          <a:xfrm>
            <a:off x="4366163" y="4204800"/>
            <a:ext cx="5400000" cy="2160000"/>
          </a:xfrm>
          <a:prstGeom prst="rect">
            <a:avLst/>
          </a:prstGeom>
        </p:spPr>
        <p:txBody>
          <a:bodyPr/>
          <a:lstStyle>
            <a:lvl1pPr marL="0" indent="0">
              <a:buNone/>
              <a:defRPr sz="3200"/>
            </a:lvl1pPr>
          </a:lstStyle>
          <a:p>
            <a:endParaRPr lang="nl-NL" dirty="0"/>
          </a:p>
        </p:txBody>
      </p:sp>
      <p:sp>
        <p:nvSpPr>
          <p:cNvPr id="5" name="Grafiek 3">
            <a:extLst>
              <a:ext uri="{FF2B5EF4-FFF2-40B4-BE49-F238E27FC236}">
                <a16:creationId xmlns:a16="http://schemas.microsoft.com/office/drawing/2014/main" id="{DD6F7664-0AB6-560D-F884-E70A6131B11E}"/>
              </a:ext>
            </a:extLst>
          </p:cNvPr>
          <p:cNvSpPr>
            <a:spLocks noGrp="1"/>
          </p:cNvSpPr>
          <p:nvPr>
            <p:ph type="chart" sz="quarter" idx="17"/>
          </p:nvPr>
        </p:nvSpPr>
        <p:spPr>
          <a:xfrm>
            <a:off x="4366161" y="1519199"/>
            <a:ext cx="5400000" cy="2160000"/>
          </a:xfrm>
          <a:prstGeom prst="rect">
            <a:avLst/>
          </a:prstGeom>
        </p:spPr>
        <p:txBody>
          <a:bodyPr/>
          <a:lstStyle>
            <a:lvl1pPr marL="0" indent="0">
              <a:buNone/>
              <a:defRPr sz="3200"/>
            </a:lvl1pPr>
          </a:lstStyle>
          <a:p>
            <a:endParaRPr lang="nl-NL"/>
          </a:p>
        </p:txBody>
      </p:sp>
      <p:sp>
        <p:nvSpPr>
          <p:cNvPr id="6" name="Grafiek 2">
            <a:extLst>
              <a:ext uri="{FF2B5EF4-FFF2-40B4-BE49-F238E27FC236}">
                <a16:creationId xmlns:a16="http://schemas.microsoft.com/office/drawing/2014/main" id="{EDF82BE3-44CA-6FC8-56B4-B666976AB7B7}"/>
              </a:ext>
            </a:extLst>
          </p:cNvPr>
          <p:cNvSpPr>
            <a:spLocks noGrp="1"/>
          </p:cNvSpPr>
          <p:nvPr>
            <p:ph type="chart" sz="quarter" idx="22"/>
          </p:nvPr>
        </p:nvSpPr>
        <p:spPr>
          <a:xfrm>
            <a:off x="454514" y="4204800"/>
            <a:ext cx="3456000" cy="2160000"/>
          </a:xfrm>
          <a:prstGeom prst="rect">
            <a:avLst/>
          </a:prstGeom>
        </p:spPr>
        <p:txBody>
          <a:bodyPr/>
          <a:lstStyle>
            <a:lvl1pPr marL="0" indent="0">
              <a:buNone/>
              <a:defRPr sz="3200"/>
            </a:lvl1pPr>
          </a:lstStyle>
          <a:p>
            <a:endParaRPr lang="nl-NL" dirty="0"/>
          </a:p>
        </p:txBody>
      </p:sp>
      <p:sp>
        <p:nvSpPr>
          <p:cNvPr id="8" name="Grafiek 1">
            <a:extLst>
              <a:ext uri="{FF2B5EF4-FFF2-40B4-BE49-F238E27FC236}">
                <a16:creationId xmlns:a16="http://schemas.microsoft.com/office/drawing/2014/main" id="{8AC7E28E-EA69-8979-7697-0FDA90428B37}"/>
              </a:ext>
            </a:extLst>
          </p:cNvPr>
          <p:cNvSpPr>
            <a:spLocks noGrp="1"/>
          </p:cNvSpPr>
          <p:nvPr>
            <p:ph type="chart" sz="quarter" idx="23"/>
          </p:nvPr>
        </p:nvSpPr>
        <p:spPr>
          <a:xfrm>
            <a:off x="454514" y="1519199"/>
            <a:ext cx="3456000" cy="2160000"/>
          </a:xfrm>
          <a:prstGeom prst="rect">
            <a:avLst/>
          </a:prstGeom>
        </p:spPr>
        <p:txBody>
          <a:bodyPr/>
          <a:lstStyle>
            <a:lvl1pPr marL="0" indent="0">
              <a:buNone/>
              <a:defRPr sz="3200"/>
            </a:lvl1pPr>
          </a:lstStyle>
          <a:p>
            <a:endParaRPr lang="nl-NL" dirty="0"/>
          </a:p>
        </p:txBody>
      </p:sp>
    </p:spTree>
    <p:extLst>
      <p:ext uri="{BB962C8B-B14F-4D97-AF65-F5344CB8AC3E}">
        <p14:creationId xmlns:p14="http://schemas.microsoft.com/office/powerpoint/2010/main" val="32532584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Gezin 2">
    <p:spTree>
      <p:nvGrpSpPr>
        <p:cNvPr id="1" name=""/>
        <p:cNvGrpSpPr/>
        <p:nvPr/>
      </p:nvGrpSpPr>
      <p:grpSpPr>
        <a:xfrm>
          <a:off x="0" y="0"/>
          <a:ext cx="0" cy="0"/>
          <a:chOff x="0" y="0"/>
          <a:chExt cx="0" cy="0"/>
        </a:xfrm>
      </p:grpSpPr>
      <p:sp>
        <p:nvSpPr>
          <p:cNvPr id="7" name="Titelblok">
            <a:extLst>
              <a:ext uri="{FF2B5EF4-FFF2-40B4-BE49-F238E27FC236}">
                <a16:creationId xmlns:a16="http://schemas.microsoft.com/office/drawing/2014/main" id="{A53C9265-3CEF-A2C1-7746-C8CDC77B0852}"/>
              </a:ext>
            </a:extLst>
          </p:cNvPr>
          <p:cNvSpPr/>
          <p:nvPr userDrawn="1"/>
        </p:nvSpPr>
        <p:spPr>
          <a:xfrm>
            <a:off x="0" y="0"/>
            <a:ext cx="10295595" cy="1066801"/>
          </a:xfrm>
          <a:custGeom>
            <a:avLst/>
            <a:gdLst>
              <a:gd name="connsiteX0" fmla="*/ 0 w 10295595"/>
              <a:gd name="connsiteY0" fmla="*/ 0 h 1066800"/>
              <a:gd name="connsiteX1" fmla="*/ 10295595 w 10295595"/>
              <a:gd name="connsiteY1" fmla="*/ 0 h 1066800"/>
              <a:gd name="connsiteX2" fmla="*/ 10295595 w 10295595"/>
              <a:gd name="connsiteY2" fmla="*/ 1066800 h 1066800"/>
              <a:gd name="connsiteX3" fmla="*/ 0 w 10295595"/>
              <a:gd name="connsiteY3" fmla="*/ 1066800 h 1066800"/>
              <a:gd name="connsiteX4" fmla="*/ 0 w 10295595"/>
              <a:gd name="connsiteY4" fmla="*/ 0 h 1066800"/>
              <a:gd name="connsiteX0" fmla="*/ 0 w 10295595"/>
              <a:gd name="connsiteY0" fmla="*/ 0 h 1066800"/>
              <a:gd name="connsiteX1" fmla="*/ 10295595 w 10295595"/>
              <a:gd name="connsiteY1" fmla="*/ 0 h 1066800"/>
              <a:gd name="connsiteX2" fmla="*/ 9737543 w 10295595"/>
              <a:gd name="connsiteY2" fmla="*/ 1066800 h 1066800"/>
              <a:gd name="connsiteX3" fmla="*/ 0 w 10295595"/>
              <a:gd name="connsiteY3" fmla="*/ 1066800 h 1066800"/>
              <a:gd name="connsiteX4" fmla="*/ 0 w 10295595"/>
              <a:gd name="connsiteY4" fmla="*/ 0 h 1066800"/>
              <a:gd name="connsiteX0" fmla="*/ 0 w 10295595"/>
              <a:gd name="connsiteY0" fmla="*/ 0 h 1066800"/>
              <a:gd name="connsiteX1" fmla="*/ 10295595 w 10295595"/>
              <a:gd name="connsiteY1" fmla="*/ 0 h 1066800"/>
              <a:gd name="connsiteX2" fmla="*/ 9710649 w 10295595"/>
              <a:gd name="connsiteY2" fmla="*/ 1060077 h 1066800"/>
              <a:gd name="connsiteX3" fmla="*/ 0 w 10295595"/>
              <a:gd name="connsiteY3" fmla="*/ 1066800 h 1066800"/>
              <a:gd name="connsiteX4" fmla="*/ 0 w 10295595"/>
              <a:gd name="connsiteY4" fmla="*/ 0 h 1066800"/>
              <a:gd name="connsiteX0" fmla="*/ 0 w 10295595"/>
              <a:gd name="connsiteY0" fmla="*/ 0 h 1066801"/>
              <a:gd name="connsiteX1" fmla="*/ 10295595 w 10295595"/>
              <a:gd name="connsiteY1" fmla="*/ 0 h 1066801"/>
              <a:gd name="connsiteX2" fmla="*/ 9710649 w 10295595"/>
              <a:gd name="connsiteY2" fmla="*/ 1066801 h 1066801"/>
              <a:gd name="connsiteX3" fmla="*/ 0 w 10295595"/>
              <a:gd name="connsiteY3" fmla="*/ 1066800 h 1066801"/>
              <a:gd name="connsiteX4" fmla="*/ 0 w 10295595"/>
              <a:gd name="connsiteY4" fmla="*/ 0 h 10668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95595" h="1066801">
                <a:moveTo>
                  <a:pt x="0" y="0"/>
                </a:moveTo>
                <a:lnTo>
                  <a:pt x="10295595" y="0"/>
                </a:lnTo>
                <a:lnTo>
                  <a:pt x="9710649" y="1066801"/>
                </a:lnTo>
                <a:lnTo>
                  <a:pt x="0" y="1066800"/>
                </a:lnTo>
                <a:lnTo>
                  <a:pt x="0" y="0"/>
                </a:lnTo>
                <a:close/>
              </a:path>
            </a:pathLst>
          </a:cu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marL="0" indent="270272" algn="l"/>
            <a:r>
              <a:rPr lang="nl-NL" sz="2400" b="1" noProof="0" dirty="0">
                <a:latin typeface="Century Gothic" panose="020B0502020202020204" pitchFamily="34" charset="0"/>
              </a:rPr>
              <a:t>Gezin</a:t>
            </a:r>
            <a:endParaRPr lang="nl-NL" sz="1800" b="1" noProof="0" dirty="0">
              <a:latin typeface="Century Gothic" panose="020B0502020202020204" pitchFamily="34" charset="0"/>
            </a:endParaRPr>
          </a:p>
        </p:txBody>
      </p:sp>
      <p:sp>
        <p:nvSpPr>
          <p:cNvPr id="2" name="Grafiek 2">
            <a:extLst>
              <a:ext uri="{FF2B5EF4-FFF2-40B4-BE49-F238E27FC236}">
                <a16:creationId xmlns:a16="http://schemas.microsoft.com/office/drawing/2014/main" id="{F64AA85D-C735-4864-540C-91D5497BC380}"/>
              </a:ext>
            </a:extLst>
          </p:cNvPr>
          <p:cNvSpPr>
            <a:spLocks noGrp="1"/>
          </p:cNvSpPr>
          <p:nvPr>
            <p:ph type="chart" sz="quarter" idx="14"/>
          </p:nvPr>
        </p:nvSpPr>
        <p:spPr>
          <a:xfrm>
            <a:off x="6096000" y="1860960"/>
            <a:ext cx="5400000" cy="4320000"/>
          </a:xfrm>
          <a:prstGeom prst="rect">
            <a:avLst/>
          </a:prstGeom>
        </p:spPr>
        <p:txBody>
          <a:bodyPr/>
          <a:lstStyle>
            <a:lvl1pPr marL="0" indent="0">
              <a:buNone/>
              <a:defRPr/>
            </a:lvl1pPr>
          </a:lstStyle>
          <a:p>
            <a:endParaRPr lang="nl-NL" dirty="0"/>
          </a:p>
        </p:txBody>
      </p:sp>
      <p:sp>
        <p:nvSpPr>
          <p:cNvPr id="5" name="Grafiek 1">
            <a:extLst>
              <a:ext uri="{FF2B5EF4-FFF2-40B4-BE49-F238E27FC236}">
                <a16:creationId xmlns:a16="http://schemas.microsoft.com/office/drawing/2014/main" id="{9008BE7C-6B2C-E28A-E632-4C452C71D5FA}"/>
              </a:ext>
            </a:extLst>
          </p:cNvPr>
          <p:cNvSpPr>
            <a:spLocks noGrp="1"/>
          </p:cNvSpPr>
          <p:nvPr>
            <p:ph type="chart" sz="quarter" idx="15"/>
          </p:nvPr>
        </p:nvSpPr>
        <p:spPr>
          <a:xfrm>
            <a:off x="1259794" y="1860960"/>
            <a:ext cx="3960000" cy="4320000"/>
          </a:xfrm>
          <a:prstGeom prst="rect">
            <a:avLst/>
          </a:prstGeom>
        </p:spPr>
        <p:txBody>
          <a:bodyPr/>
          <a:lstStyle>
            <a:lvl1pPr marL="0" indent="0">
              <a:buNone/>
              <a:defRPr/>
            </a:lvl1pPr>
          </a:lstStyle>
          <a:p>
            <a:endParaRPr lang="nl-NL" dirty="0"/>
          </a:p>
        </p:txBody>
      </p:sp>
    </p:spTree>
    <p:extLst>
      <p:ext uri="{BB962C8B-B14F-4D97-AF65-F5344CB8AC3E}">
        <p14:creationId xmlns:p14="http://schemas.microsoft.com/office/powerpoint/2010/main" val="27782636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chool">
    <p:spTree>
      <p:nvGrpSpPr>
        <p:cNvPr id="1" name=""/>
        <p:cNvGrpSpPr/>
        <p:nvPr/>
      </p:nvGrpSpPr>
      <p:grpSpPr>
        <a:xfrm>
          <a:off x="0" y="0"/>
          <a:ext cx="0" cy="0"/>
          <a:chOff x="0" y="0"/>
          <a:chExt cx="0" cy="0"/>
        </a:xfrm>
      </p:grpSpPr>
      <p:sp>
        <p:nvSpPr>
          <p:cNvPr id="7" name="Titelblok">
            <a:extLst>
              <a:ext uri="{FF2B5EF4-FFF2-40B4-BE49-F238E27FC236}">
                <a16:creationId xmlns:a16="http://schemas.microsoft.com/office/drawing/2014/main" id="{A53C9265-3CEF-A2C1-7746-C8CDC77B0852}"/>
              </a:ext>
            </a:extLst>
          </p:cNvPr>
          <p:cNvSpPr/>
          <p:nvPr userDrawn="1"/>
        </p:nvSpPr>
        <p:spPr>
          <a:xfrm>
            <a:off x="0" y="0"/>
            <a:ext cx="10295595" cy="1066801"/>
          </a:xfrm>
          <a:custGeom>
            <a:avLst/>
            <a:gdLst>
              <a:gd name="connsiteX0" fmla="*/ 0 w 10295595"/>
              <a:gd name="connsiteY0" fmla="*/ 0 h 1066800"/>
              <a:gd name="connsiteX1" fmla="*/ 10295595 w 10295595"/>
              <a:gd name="connsiteY1" fmla="*/ 0 h 1066800"/>
              <a:gd name="connsiteX2" fmla="*/ 10295595 w 10295595"/>
              <a:gd name="connsiteY2" fmla="*/ 1066800 h 1066800"/>
              <a:gd name="connsiteX3" fmla="*/ 0 w 10295595"/>
              <a:gd name="connsiteY3" fmla="*/ 1066800 h 1066800"/>
              <a:gd name="connsiteX4" fmla="*/ 0 w 10295595"/>
              <a:gd name="connsiteY4" fmla="*/ 0 h 1066800"/>
              <a:gd name="connsiteX0" fmla="*/ 0 w 10295595"/>
              <a:gd name="connsiteY0" fmla="*/ 0 h 1066800"/>
              <a:gd name="connsiteX1" fmla="*/ 10295595 w 10295595"/>
              <a:gd name="connsiteY1" fmla="*/ 0 h 1066800"/>
              <a:gd name="connsiteX2" fmla="*/ 9737543 w 10295595"/>
              <a:gd name="connsiteY2" fmla="*/ 1066800 h 1066800"/>
              <a:gd name="connsiteX3" fmla="*/ 0 w 10295595"/>
              <a:gd name="connsiteY3" fmla="*/ 1066800 h 1066800"/>
              <a:gd name="connsiteX4" fmla="*/ 0 w 10295595"/>
              <a:gd name="connsiteY4" fmla="*/ 0 h 1066800"/>
              <a:gd name="connsiteX0" fmla="*/ 0 w 10295595"/>
              <a:gd name="connsiteY0" fmla="*/ 0 h 1066800"/>
              <a:gd name="connsiteX1" fmla="*/ 10295595 w 10295595"/>
              <a:gd name="connsiteY1" fmla="*/ 0 h 1066800"/>
              <a:gd name="connsiteX2" fmla="*/ 9710649 w 10295595"/>
              <a:gd name="connsiteY2" fmla="*/ 1060077 h 1066800"/>
              <a:gd name="connsiteX3" fmla="*/ 0 w 10295595"/>
              <a:gd name="connsiteY3" fmla="*/ 1066800 h 1066800"/>
              <a:gd name="connsiteX4" fmla="*/ 0 w 10295595"/>
              <a:gd name="connsiteY4" fmla="*/ 0 h 1066800"/>
              <a:gd name="connsiteX0" fmla="*/ 0 w 10295595"/>
              <a:gd name="connsiteY0" fmla="*/ 0 h 1066801"/>
              <a:gd name="connsiteX1" fmla="*/ 10295595 w 10295595"/>
              <a:gd name="connsiteY1" fmla="*/ 0 h 1066801"/>
              <a:gd name="connsiteX2" fmla="*/ 9710649 w 10295595"/>
              <a:gd name="connsiteY2" fmla="*/ 1066801 h 1066801"/>
              <a:gd name="connsiteX3" fmla="*/ 0 w 10295595"/>
              <a:gd name="connsiteY3" fmla="*/ 1066800 h 1066801"/>
              <a:gd name="connsiteX4" fmla="*/ 0 w 10295595"/>
              <a:gd name="connsiteY4" fmla="*/ 0 h 10668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95595" h="1066801">
                <a:moveTo>
                  <a:pt x="0" y="0"/>
                </a:moveTo>
                <a:lnTo>
                  <a:pt x="10295595" y="0"/>
                </a:lnTo>
                <a:lnTo>
                  <a:pt x="9710649" y="1066801"/>
                </a:lnTo>
                <a:lnTo>
                  <a:pt x="0" y="1066800"/>
                </a:lnTo>
                <a:lnTo>
                  <a:pt x="0" y="0"/>
                </a:lnTo>
                <a:close/>
              </a:path>
            </a:pathLst>
          </a:cu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marL="0" indent="270272" algn="l"/>
            <a:r>
              <a:rPr lang="nl-NL" sz="2400" b="1" noProof="0" dirty="0">
                <a:latin typeface="Century Gothic" panose="020B0502020202020204" pitchFamily="34" charset="0"/>
              </a:rPr>
              <a:t>School</a:t>
            </a:r>
            <a:endParaRPr lang="nl-NL" sz="1800" b="1" noProof="0" dirty="0">
              <a:latin typeface="Century Gothic" panose="020B0502020202020204" pitchFamily="34" charset="0"/>
            </a:endParaRPr>
          </a:p>
        </p:txBody>
      </p:sp>
      <p:cxnSp>
        <p:nvCxnSpPr>
          <p:cNvPr id="3" name="Rechte verbindingslijn 1">
            <a:extLst>
              <a:ext uri="{FF2B5EF4-FFF2-40B4-BE49-F238E27FC236}">
                <a16:creationId xmlns:a16="http://schemas.microsoft.com/office/drawing/2014/main" id="{9AF48131-3415-6F18-82EA-A7896B2FF722}"/>
              </a:ext>
            </a:extLst>
          </p:cNvPr>
          <p:cNvCxnSpPr>
            <a:cxnSpLocks/>
          </p:cNvCxnSpPr>
          <p:nvPr userDrawn="1"/>
        </p:nvCxnSpPr>
        <p:spPr>
          <a:xfrm flipV="1">
            <a:off x="414017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4" name="Grafiek 4">
            <a:extLst>
              <a:ext uri="{FF2B5EF4-FFF2-40B4-BE49-F238E27FC236}">
                <a16:creationId xmlns:a16="http://schemas.microsoft.com/office/drawing/2014/main" id="{310E4352-31FF-44EB-5021-279E162058B9}"/>
              </a:ext>
            </a:extLst>
          </p:cNvPr>
          <p:cNvSpPr>
            <a:spLocks noGrp="1"/>
          </p:cNvSpPr>
          <p:nvPr>
            <p:ph type="chart" sz="quarter" idx="21"/>
          </p:nvPr>
        </p:nvSpPr>
        <p:spPr>
          <a:xfrm>
            <a:off x="4366163" y="4204800"/>
            <a:ext cx="5400000" cy="2160000"/>
          </a:xfrm>
          <a:prstGeom prst="rect">
            <a:avLst/>
          </a:prstGeom>
        </p:spPr>
        <p:txBody>
          <a:bodyPr/>
          <a:lstStyle>
            <a:lvl1pPr marL="0" indent="0">
              <a:buNone/>
              <a:defRPr sz="3200"/>
            </a:lvl1pPr>
          </a:lstStyle>
          <a:p>
            <a:endParaRPr lang="nl-NL" dirty="0"/>
          </a:p>
        </p:txBody>
      </p:sp>
      <p:sp>
        <p:nvSpPr>
          <p:cNvPr id="5" name="Grafiek 3">
            <a:extLst>
              <a:ext uri="{FF2B5EF4-FFF2-40B4-BE49-F238E27FC236}">
                <a16:creationId xmlns:a16="http://schemas.microsoft.com/office/drawing/2014/main" id="{549FA444-6519-F015-40E7-530F58844B81}"/>
              </a:ext>
            </a:extLst>
          </p:cNvPr>
          <p:cNvSpPr>
            <a:spLocks noGrp="1"/>
          </p:cNvSpPr>
          <p:nvPr>
            <p:ph type="chart" sz="quarter" idx="17"/>
          </p:nvPr>
        </p:nvSpPr>
        <p:spPr>
          <a:xfrm>
            <a:off x="4366161" y="1519199"/>
            <a:ext cx="5400000" cy="2160000"/>
          </a:xfrm>
          <a:prstGeom prst="rect">
            <a:avLst/>
          </a:prstGeom>
        </p:spPr>
        <p:txBody>
          <a:bodyPr/>
          <a:lstStyle>
            <a:lvl1pPr marL="0" indent="0">
              <a:buNone/>
              <a:defRPr sz="3200"/>
            </a:lvl1pPr>
          </a:lstStyle>
          <a:p>
            <a:endParaRPr lang="nl-NL"/>
          </a:p>
        </p:txBody>
      </p:sp>
      <p:sp>
        <p:nvSpPr>
          <p:cNvPr id="6" name="Grafiek 2">
            <a:extLst>
              <a:ext uri="{FF2B5EF4-FFF2-40B4-BE49-F238E27FC236}">
                <a16:creationId xmlns:a16="http://schemas.microsoft.com/office/drawing/2014/main" id="{F67D3483-9559-7D5C-8A22-30732942E8F9}"/>
              </a:ext>
            </a:extLst>
          </p:cNvPr>
          <p:cNvSpPr>
            <a:spLocks noGrp="1"/>
          </p:cNvSpPr>
          <p:nvPr>
            <p:ph type="chart" sz="quarter" idx="22"/>
          </p:nvPr>
        </p:nvSpPr>
        <p:spPr>
          <a:xfrm>
            <a:off x="454514" y="4204800"/>
            <a:ext cx="3456000" cy="2160000"/>
          </a:xfrm>
          <a:prstGeom prst="rect">
            <a:avLst/>
          </a:prstGeom>
        </p:spPr>
        <p:txBody>
          <a:bodyPr/>
          <a:lstStyle>
            <a:lvl1pPr marL="0" indent="0">
              <a:buNone/>
              <a:defRPr sz="3200"/>
            </a:lvl1pPr>
          </a:lstStyle>
          <a:p>
            <a:endParaRPr lang="nl-NL" dirty="0"/>
          </a:p>
        </p:txBody>
      </p:sp>
      <p:sp>
        <p:nvSpPr>
          <p:cNvPr id="8" name="Grafiek 1">
            <a:extLst>
              <a:ext uri="{FF2B5EF4-FFF2-40B4-BE49-F238E27FC236}">
                <a16:creationId xmlns:a16="http://schemas.microsoft.com/office/drawing/2014/main" id="{970EE836-F25C-DF4F-5C39-4E6A87FBE76D}"/>
              </a:ext>
            </a:extLst>
          </p:cNvPr>
          <p:cNvSpPr>
            <a:spLocks noGrp="1"/>
          </p:cNvSpPr>
          <p:nvPr>
            <p:ph type="chart" sz="quarter" idx="23"/>
          </p:nvPr>
        </p:nvSpPr>
        <p:spPr>
          <a:xfrm>
            <a:off x="454514" y="1519199"/>
            <a:ext cx="3456000" cy="2160000"/>
          </a:xfrm>
          <a:prstGeom prst="rect">
            <a:avLst/>
          </a:prstGeom>
        </p:spPr>
        <p:txBody>
          <a:bodyPr/>
          <a:lstStyle>
            <a:lvl1pPr marL="0" indent="0">
              <a:buNone/>
              <a:defRPr sz="3200"/>
            </a:lvl1pPr>
          </a:lstStyle>
          <a:p>
            <a:endParaRPr lang="nl-NL" dirty="0"/>
          </a:p>
        </p:txBody>
      </p:sp>
    </p:spTree>
    <p:extLst>
      <p:ext uri="{BB962C8B-B14F-4D97-AF65-F5344CB8AC3E}">
        <p14:creationId xmlns:p14="http://schemas.microsoft.com/office/powerpoint/2010/main" val="8305882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chool 2">
    <p:spTree>
      <p:nvGrpSpPr>
        <p:cNvPr id="1" name=""/>
        <p:cNvGrpSpPr/>
        <p:nvPr/>
      </p:nvGrpSpPr>
      <p:grpSpPr>
        <a:xfrm>
          <a:off x="0" y="0"/>
          <a:ext cx="0" cy="0"/>
          <a:chOff x="0" y="0"/>
          <a:chExt cx="0" cy="0"/>
        </a:xfrm>
      </p:grpSpPr>
      <p:sp>
        <p:nvSpPr>
          <p:cNvPr id="7" name="Titelblok">
            <a:extLst>
              <a:ext uri="{FF2B5EF4-FFF2-40B4-BE49-F238E27FC236}">
                <a16:creationId xmlns:a16="http://schemas.microsoft.com/office/drawing/2014/main" id="{A53C9265-3CEF-A2C1-7746-C8CDC77B0852}"/>
              </a:ext>
            </a:extLst>
          </p:cNvPr>
          <p:cNvSpPr/>
          <p:nvPr userDrawn="1"/>
        </p:nvSpPr>
        <p:spPr>
          <a:xfrm>
            <a:off x="0" y="0"/>
            <a:ext cx="10295595" cy="1066801"/>
          </a:xfrm>
          <a:custGeom>
            <a:avLst/>
            <a:gdLst>
              <a:gd name="connsiteX0" fmla="*/ 0 w 10295595"/>
              <a:gd name="connsiteY0" fmla="*/ 0 h 1066800"/>
              <a:gd name="connsiteX1" fmla="*/ 10295595 w 10295595"/>
              <a:gd name="connsiteY1" fmla="*/ 0 h 1066800"/>
              <a:gd name="connsiteX2" fmla="*/ 10295595 w 10295595"/>
              <a:gd name="connsiteY2" fmla="*/ 1066800 h 1066800"/>
              <a:gd name="connsiteX3" fmla="*/ 0 w 10295595"/>
              <a:gd name="connsiteY3" fmla="*/ 1066800 h 1066800"/>
              <a:gd name="connsiteX4" fmla="*/ 0 w 10295595"/>
              <a:gd name="connsiteY4" fmla="*/ 0 h 1066800"/>
              <a:gd name="connsiteX0" fmla="*/ 0 w 10295595"/>
              <a:gd name="connsiteY0" fmla="*/ 0 h 1066800"/>
              <a:gd name="connsiteX1" fmla="*/ 10295595 w 10295595"/>
              <a:gd name="connsiteY1" fmla="*/ 0 h 1066800"/>
              <a:gd name="connsiteX2" fmla="*/ 9737543 w 10295595"/>
              <a:gd name="connsiteY2" fmla="*/ 1066800 h 1066800"/>
              <a:gd name="connsiteX3" fmla="*/ 0 w 10295595"/>
              <a:gd name="connsiteY3" fmla="*/ 1066800 h 1066800"/>
              <a:gd name="connsiteX4" fmla="*/ 0 w 10295595"/>
              <a:gd name="connsiteY4" fmla="*/ 0 h 1066800"/>
              <a:gd name="connsiteX0" fmla="*/ 0 w 10295595"/>
              <a:gd name="connsiteY0" fmla="*/ 0 h 1066800"/>
              <a:gd name="connsiteX1" fmla="*/ 10295595 w 10295595"/>
              <a:gd name="connsiteY1" fmla="*/ 0 h 1066800"/>
              <a:gd name="connsiteX2" fmla="*/ 9710649 w 10295595"/>
              <a:gd name="connsiteY2" fmla="*/ 1060077 h 1066800"/>
              <a:gd name="connsiteX3" fmla="*/ 0 w 10295595"/>
              <a:gd name="connsiteY3" fmla="*/ 1066800 h 1066800"/>
              <a:gd name="connsiteX4" fmla="*/ 0 w 10295595"/>
              <a:gd name="connsiteY4" fmla="*/ 0 h 1066800"/>
              <a:gd name="connsiteX0" fmla="*/ 0 w 10295595"/>
              <a:gd name="connsiteY0" fmla="*/ 0 h 1066801"/>
              <a:gd name="connsiteX1" fmla="*/ 10295595 w 10295595"/>
              <a:gd name="connsiteY1" fmla="*/ 0 h 1066801"/>
              <a:gd name="connsiteX2" fmla="*/ 9710649 w 10295595"/>
              <a:gd name="connsiteY2" fmla="*/ 1066801 h 1066801"/>
              <a:gd name="connsiteX3" fmla="*/ 0 w 10295595"/>
              <a:gd name="connsiteY3" fmla="*/ 1066800 h 1066801"/>
              <a:gd name="connsiteX4" fmla="*/ 0 w 10295595"/>
              <a:gd name="connsiteY4" fmla="*/ 0 h 10668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95595" h="1066801">
                <a:moveTo>
                  <a:pt x="0" y="0"/>
                </a:moveTo>
                <a:lnTo>
                  <a:pt x="10295595" y="0"/>
                </a:lnTo>
                <a:lnTo>
                  <a:pt x="9710649" y="1066801"/>
                </a:lnTo>
                <a:lnTo>
                  <a:pt x="0" y="1066800"/>
                </a:lnTo>
                <a:lnTo>
                  <a:pt x="0" y="0"/>
                </a:lnTo>
                <a:close/>
              </a:path>
            </a:pathLst>
          </a:cu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marL="0" indent="270272" algn="l"/>
            <a:r>
              <a:rPr lang="nl-NL" sz="2400" b="1" noProof="0" dirty="0">
                <a:latin typeface="Century Gothic" panose="020B0502020202020204" pitchFamily="34" charset="0"/>
              </a:rPr>
              <a:t>School</a:t>
            </a:r>
            <a:endParaRPr lang="nl-NL" sz="1800" b="1" noProof="0" dirty="0">
              <a:latin typeface="Century Gothic" panose="020B0502020202020204" pitchFamily="34" charset="0"/>
            </a:endParaRPr>
          </a:p>
        </p:txBody>
      </p:sp>
      <p:sp>
        <p:nvSpPr>
          <p:cNvPr id="2" name="Grafiek 2">
            <a:extLst>
              <a:ext uri="{FF2B5EF4-FFF2-40B4-BE49-F238E27FC236}">
                <a16:creationId xmlns:a16="http://schemas.microsoft.com/office/drawing/2014/main" id="{B506A536-0E45-CA74-5422-F8A3CD3C9A7D}"/>
              </a:ext>
            </a:extLst>
          </p:cNvPr>
          <p:cNvSpPr>
            <a:spLocks noGrp="1"/>
          </p:cNvSpPr>
          <p:nvPr>
            <p:ph type="chart" sz="quarter" idx="14"/>
          </p:nvPr>
        </p:nvSpPr>
        <p:spPr>
          <a:xfrm>
            <a:off x="6096000" y="1860960"/>
            <a:ext cx="5400000" cy="4320000"/>
          </a:xfrm>
          <a:prstGeom prst="rect">
            <a:avLst/>
          </a:prstGeom>
        </p:spPr>
        <p:txBody>
          <a:bodyPr/>
          <a:lstStyle>
            <a:lvl1pPr marL="0" indent="0">
              <a:buNone/>
              <a:defRPr/>
            </a:lvl1pPr>
          </a:lstStyle>
          <a:p>
            <a:endParaRPr lang="nl-NL" dirty="0"/>
          </a:p>
        </p:txBody>
      </p:sp>
      <p:sp>
        <p:nvSpPr>
          <p:cNvPr id="5" name="Grafiek 1">
            <a:extLst>
              <a:ext uri="{FF2B5EF4-FFF2-40B4-BE49-F238E27FC236}">
                <a16:creationId xmlns:a16="http://schemas.microsoft.com/office/drawing/2014/main" id="{85770C32-B5EA-BA65-04AD-F37482F6E224}"/>
              </a:ext>
            </a:extLst>
          </p:cNvPr>
          <p:cNvSpPr>
            <a:spLocks noGrp="1"/>
          </p:cNvSpPr>
          <p:nvPr>
            <p:ph type="chart" sz="quarter" idx="15"/>
          </p:nvPr>
        </p:nvSpPr>
        <p:spPr>
          <a:xfrm>
            <a:off x="1259794" y="1860960"/>
            <a:ext cx="3960000" cy="4320000"/>
          </a:xfrm>
          <a:prstGeom prst="rect">
            <a:avLst/>
          </a:prstGeom>
        </p:spPr>
        <p:txBody>
          <a:bodyPr/>
          <a:lstStyle>
            <a:lvl1pPr marL="0" indent="0">
              <a:buNone/>
              <a:defRPr/>
            </a:lvl1pPr>
          </a:lstStyle>
          <a:p>
            <a:endParaRPr lang="nl-NL" dirty="0"/>
          </a:p>
        </p:txBody>
      </p:sp>
    </p:spTree>
    <p:extLst>
      <p:ext uri="{BB962C8B-B14F-4D97-AF65-F5344CB8AC3E}">
        <p14:creationId xmlns:p14="http://schemas.microsoft.com/office/powerpoint/2010/main" val="8350857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eeftijdsgenoten">
    <p:spTree>
      <p:nvGrpSpPr>
        <p:cNvPr id="1" name=""/>
        <p:cNvGrpSpPr/>
        <p:nvPr/>
      </p:nvGrpSpPr>
      <p:grpSpPr>
        <a:xfrm>
          <a:off x="0" y="0"/>
          <a:ext cx="0" cy="0"/>
          <a:chOff x="0" y="0"/>
          <a:chExt cx="0" cy="0"/>
        </a:xfrm>
      </p:grpSpPr>
      <p:sp>
        <p:nvSpPr>
          <p:cNvPr id="7" name="Titelblok">
            <a:extLst>
              <a:ext uri="{FF2B5EF4-FFF2-40B4-BE49-F238E27FC236}">
                <a16:creationId xmlns:a16="http://schemas.microsoft.com/office/drawing/2014/main" id="{A53C9265-3CEF-A2C1-7746-C8CDC77B0852}"/>
              </a:ext>
            </a:extLst>
          </p:cNvPr>
          <p:cNvSpPr/>
          <p:nvPr userDrawn="1"/>
        </p:nvSpPr>
        <p:spPr>
          <a:xfrm>
            <a:off x="0" y="0"/>
            <a:ext cx="10295595" cy="1066801"/>
          </a:xfrm>
          <a:custGeom>
            <a:avLst/>
            <a:gdLst>
              <a:gd name="connsiteX0" fmla="*/ 0 w 10295595"/>
              <a:gd name="connsiteY0" fmla="*/ 0 h 1066800"/>
              <a:gd name="connsiteX1" fmla="*/ 10295595 w 10295595"/>
              <a:gd name="connsiteY1" fmla="*/ 0 h 1066800"/>
              <a:gd name="connsiteX2" fmla="*/ 10295595 w 10295595"/>
              <a:gd name="connsiteY2" fmla="*/ 1066800 h 1066800"/>
              <a:gd name="connsiteX3" fmla="*/ 0 w 10295595"/>
              <a:gd name="connsiteY3" fmla="*/ 1066800 h 1066800"/>
              <a:gd name="connsiteX4" fmla="*/ 0 w 10295595"/>
              <a:gd name="connsiteY4" fmla="*/ 0 h 1066800"/>
              <a:gd name="connsiteX0" fmla="*/ 0 w 10295595"/>
              <a:gd name="connsiteY0" fmla="*/ 0 h 1066800"/>
              <a:gd name="connsiteX1" fmla="*/ 10295595 w 10295595"/>
              <a:gd name="connsiteY1" fmla="*/ 0 h 1066800"/>
              <a:gd name="connsiteX2" fmla="*/ 9737543 w 10295595"/>
              <a:gd name="connsiteY2" fmla="*/ 1066800 h 1066800"/>
              <a:gd name="connsiteX3" fmla="*/ 0 w 10295595"/>
              <a:gd name="connsiteY3" fmla="*/ 1066800 h 1066800"/>
              <a:gd name="connsiteX4" fmla="*/ 0 w 10295595"/>
              <a:gd name="connsiteY4" fmla="*/ 0 h 1066800"/>
              <a:gd name="connsiteX0" fmla="*/ 0 w 10295595"/>
              <a:gd name="connsiteY0" fmla="*/ 0 h 1066800"/>
              <a:gd name="connsiteX1" fmla="*/ 10295595 w 10295595"/>
              <a:gd name="connsiteY1" fmla="*/ 0 h 1066800"/>
              <a:gd name="connsiteX2" fmla="*/ 9710649 w 10295595"/>
              <a:gd name="connsiteY2" fmla="*/ 1060077 h 1066800"/>
              <a:gd name="connsiteX3" fmla="*/ 0 w 10295595"/>
              <a:gd name="connsiteY3" fmla="*/ 1066800 h 1066800"/>
              <a:gd name="connsiteX4" fmla="*/ 0 w 10295595"/>
              <a:gd name="connsiteY4" fmla="*/ 0 h 1066800"/>
              <a:gd name="connsiteX0" fmla="*/ 0 w 10295595"/>
              <a:gd name="connsiteY0" fmla="*/ 0 h 1066801"/>
              <a:gd name="connsiteX1" fmla="*/ 10295595 w 10295595"/>
              <a:gd name="connsiteY1" fmla="*/ 0 h 1066801"/>
              <a:gd name="connsiteX2" fmla="*/ 9710649 w 10295595"/>
              <a:gd name="connsiteY2" fmla="*/ 1066801 h 1066801"/>
              <a:gd name="connsiteX3" fmla="*/ 0 w 10295595"/>
              <a:gd name="connsiteY3" fmla="*/ 1066800 h 1066801"/>
              <a:gd name="connsiteX4" fmla="*/ 0 w 10295595"/>
              <a:gd name="connsiteY4" fmla="*/ 0 h 10668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95595" h="1066801">
                <a:moveTo>
                  <a:pt x="0" y="0"/>
                </a:moveTo>
                <a:lnTo>
                  <a:pt x="10295595" y="0"/>
                </a:lnTo>
                <a:lnTo>
                  <a:pt x="9710649" y="1066801"/>
                </a:lnTo>
                <a:lnTo>
                  <a:pt x="0" y="1066800"/>
                </a:lnTo>
                <a:lnTo>
                  <a:pt x="0" y="0"/>
                </a:lnTo>
                <a:close/>
              </a:path>
            </a:pathLst>
          </a:cu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marL="0" indent="270272" algn="l"/>
            <a:r>
              <a:rPr lang="nl-NL" sz="2400" b="1" noProof="0" dirty="0">
                <a:latin typeface="Century Gothic" panose="020B0502020202020204" pitchFamily="34" charset="0"/>
              </a:rPr>
              <a:t>Leeftijdsgenoten</a:t>
            </a:r>
            <a:endParaRPr lang="nl-NL" sz="1800" b="1" noProof="0" dirty="0">
              <a:latin typeface="Century Gothic" panose="020B0502020202020204" pitchFamily="34" charset="0"/>
            </a:endParaRPr>
          </a:p>
        </p:txBody>
      </p:sp>
      <p:cxnSp>
        <p:nvCxnSpPr>
          <p:cNvPr id="3" name="Rechte verbindingslijn 1">
            <a:extLst>
              <a:ext uri="{FF2B5EF4-FFF2-40B4-BE49-F238E27FC236}">
                <a16:creationId xmlns:a16="http://schemas.microsoft.com/office/drawing/2014/main" id="{2BF7F8DD-F476-16F9-EDE2-0FE5A9ACE6A1}"/>
              </a:ext>
            </a:extLst>
          </p:cNvPr>
          <p:cNvCxnSpPr>
            <a:cxnSpLocks/>
          </p:cNvCxnSpPr>
          <p:nvPr userDrawn="1"/>
        </p:nvCxnSpPr>
        <p:spPr>
          <a:xfrm flipV="1">
            <a:off x="414017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4" name="Grafiek 4">
            <a:extLst>
              <a:ext uri="{FF2B5EF4-FFF2-40B4-BE49-F238E27FC236}">
                <a16:creationId xmlns:a16="http://schemas.microsoft.com/office/drawing/2014/main" id="{C297A7E1-6E15-F8CA-B443-A9B04CFA197E}"/>
              </a:ext>
            </a:extLst>
          </p:cNvPr>
          <p:cNvSpPr>
            <a:spLocks noGrp="1"/>
          </p:cNvSpPr>
          <p:nvPr>
            <p:ph type="chart" sz="quarter" idx="21"/>
          </p:nvPr>
        </p:nvSpPr>
        <p:spPr>
          <a:xfrm>
            <a:off x="4366163" y="4204800"/>
            <a:ext cx="5400000" cy="2160000"/>
          </a:xfrm>
          <a:prstGeom prst="rect">
            <a:avLst/>
          </a:prstGeom>
        </p:spPr>
        <p:txBody>
          <a:bodyPr/>
          <a:lstStyle>
            <a:lvl1pPr marL="0" indent="0">
              <a:buNone/>
              <a:defRPr sz="3200"/>
            </a:lvl1pPr>
          </a:lstStyle>
          <a:p>
            <a:endParaRPr lang="nl-NL" dirty="0"/>
          </a:p>
        </p:txBody>
      </p:sp>
      <p:sp>
        <p:nvSpPr>
          <p:cNvPr id="5" name="Grafiek 3">
            <a:extLst>
              <a:ext uri="{FF2B5EF4-FFF2-40B4-BE49-F238E27FC236}">
                <a16:creationId xmlns:a16="http://schemas.microsoft.com/office/drawing/2014/main" id="{B2ECB286-47B4-17AE-F2C6-05C4DB5A171D}"/>
              </a:ext>
            </a:extLst>
          </p:cNvPr>
          <p:cNvSpPr>
            <a:spLocks noGrp="1"/>
          </p:cNvSpPr>
          <p:nvPr>
            <p:ph type="chart" sz="quarter" idx="17"/>
          </p:nvPr>
        </p:nvSpPr>
        <p:spPr>
          <a:xfrm>
            <a:off x="4366161" y="1519199"/>
            <a:ext cx="5400000" cy="2160000"/>
          </a:xfrm>
          <a:prstGeom prst="rect">
            <a:avLst/>
          </a:prstGeom>
        </p:spPr>
        <p:txBody>
          <a:bodyPr/>
          <a:lstStyle>
            <a:lvl1pPr marL="0" indent="0">
              <a:buNone/>
              <a:defRPr sz="3200"/>
            </a:lvl1pPr>
          </a:lstStyle>
          <a:p>
            <a:endParaRPr lang="nl-NL"/>
          </a:p>
        </p:txBody>
      </p:sp>
      <p:sp>
        <p:nvSpPr>
          <p:cNvPr id="6" name="Grafiek 2">
            <a:extLst>
              <a:ext uri="{FF2B5EF4-FFF2-40B4-BE49-F238E27FC236}">
                <a16:creationId xmlns:a16="http://schemas.microsoft.com/office/drawing/2014/main" id="{2D4A4CAC-D4F3-C532-68DA-A6ED8490477B}"/>
              </a:ext>
            </a:extLst>
          </p:cNvPr>
          <p:cNvSpPr>
            <a:spLocks noGrp="1"/>
          </p:cNvSpPr>
          <p:nvPr>
            <p:ph type="chart" sz="quarter" idx="22"/>
          </p:nvPr>
        </p:nvSpPr>
        <p:spPr>
          <a:xfrm>
            <a:off x="454514" y="4204800"/>
            <a:ext cx="3456000" cy="2160000"/>
          </a:xfrm>
          <a:prstGeom prst="rect">
            <a:avLst/>
          </a:prstGeom>
        </p:spPr>
        <p:txBody>
          <a:bodyPr/>
          <a:lstStyle>
            <a:lvl1pPr marL="0" indent="0">
              <a:buNone/>
              <a:defRPr sz="3200"/>
            </a:lvl1pPr>
          </a:lstStyle>
          <a:p>
            <a:endParaRPr lang="nl-NL" dirty="0"/>
          </a:p>
        </p:txBody>
      </p:sp>
      <p:sp>
        <p:nvSpPr>
          <p:cNvPr id="8" name="Grafiek 1">
            <a:extLst>
              <a:ext uri="{FF2B5EF4-FFF2-40B4-BE49-F238E27FC236}">
                <a16:creationId xmlns:a16="http://schemas.microsoft.com/office/drawing/2014/main" id="{98EE597A-8E57-C416-4818-2A6539A544BF}"/>
              </a:ext>
            </a:extLst>
          </p:cNvPr>
          <p:cNvSpPr>
            <a:spLocks noGrp="1"/>
          </p:cNvSpPr>
          <p:nvPr>
            <p:ph type="chart" sz="quarter" idx="23"/>
          </p:nvPr>
        </p:nvSpPr>
        <p:spPr>
          <a:xfrm>
            <a:off x="454514" y="1519199"/>
            <a:ext cx="3456000" cy="2160000"/>
          </a:xfrm>
          <a:prstGeom prst="rect">
            <a:avLst/>
          </a:prstGeom>
        </p:spPr>
        <p:txBody>
          <a:bodyPr/>
          <a:lstStyle>
            <a:lvl1pPr marL="0" indent="0">
              <a:buNone/>
              <a:defRPr sz="3200"/>
            </a:lvl1pPr>
          </a:lstStyle>
          <a:p>
            <a:endParaRPr lang="nl-NL" dirty="0"/>
          </a:p>
        </p:txBody>
      </p:sp>
    </p:spTree>
    <p:extLst>
      <p:ext uri="{BB962C8B-B14F-4D97-AF65-F5344CB8AC3E}">
        <p14:creationId xmlns:p14="http://schemas.microsoft.com/office/powerpoint/2010/main" val="27871051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eeftijdsgenoten 2">
    <p:spTree>
      <p:nvGrpSpPr>
        <p:cNvPr id="1" name=""/>
        <p:cNvGrpSpPr/>
        <p:nvPr/>
      </p:nvGrpSpPr>
      <p:grpSpPr>
        <a:xfrm>
          <a:off x="0" y="0"/>
          <a:ext cx="0" cy="0"/>
          <a:chOff x="0" y="0"/>
          <a:chExt cx="0" cy="0"/>
        </a:xfrm>
      </p:grpSpPr>
      <p:sp>
        <p:nvSpPr>
          <p:cNvPr id="7" name="Titelblok">
            <a:extLst>
              <a:ext uri="{FF2B5EF4-FFF2-40B4-BE49-F238E27FC236}">
                <a16:creationId xmlns:a16="http://schemas.microsoft.com/office/drawing/2014/main" id="{A53C9265-3CEF-A2C1-7746-C8CDC77B0852}"/>
              </a:ext>
            </a:extLst>
          </p:cNvPr>
          <p:cNvSpPr/>
          <p:nvPr userDrawn="1"/>
        </p:nvSpPr>
        <p:spPr>
          <a:xfrm>
            <a:off x="0" y="0"/>
            <a:ext cx="10295595" cy="1066801"/>
          </a:xfrm>
          <a:custGeom>
            <a:avLst/>
            <a:gdLst>
              <a:gd name="connsiteX0" fmla="*/ 0 w 10295595"/>
              <a:gd name="connsiteY0" fmla="*/ 0 h 1066800"/>
              <a:gd name="connsiteX1" fmla="*/ 10295595 w 10295595"/>
              <a:gd name="connsiteY1" fmla="*/ 0 h 1066800"/>
              <a:gd name="connsiteX2" fmla="*/ 10295595 w 10295595"/>
              <a:gd name="connsiteY2" fmla="*/ 1066800 h 1066800"/>
              <a:gd name="connsiteX3" fmla="*/ 0 w 10295595"/>
              <a:gd name="connsiteY3" fmla="*/ 1066800 h 1066800"/>
              <a:gd name="connsiteX4" fmla="*/ 0 w 10295595"/>
              <a:gd name="connsiteY4" fmla="*/ 0 h 1066800"/>
              <a:gd name="connsiteX0" fmla="*/ 0 w 10295595"/>
              <a:gd name="connsiteY0" fmla="*/ 0 h 1066800"/>
              <a:gd name="connsiteX1" fmla="*/ 10295595 w 10295595"/>
              <a:gd name="connsiteY1" fmla="*/ 0 h 1066800"/>
              <a:gd name="connsiteX2" fmla="*/ 9737543 w 10295595"/>
              <a:gd name="connsiteY2" fmla="*/ 1066800 h 1066800"/>
              <a:gd name="connsiteX3" fmla="*/ 0 w 10295595"/>
              <a:gd name="connsiteY3" fmla="*/ 1066800 h 1066800"/>
              <a:gd name="connsiteX4" fmla="*/ 0 w 10295595"/>
              <a:gd name="connsiteY4" fmla="*/ 0 h 1066800"/>
              <a:gd name="connsiteX0" fmla="*/ 0 w 10295595"/>
              <a:gd name="connsiteY0" fmla="*/ 0 h 1066800"/>
              <a:gd name="connsiteX1" fmla="*/ 10295595 w 10295595"/>
              <a:gd name="connsiteY1" fmla="*/ 0 h 1066800"/>
              <a:gd name="connsiteX2" fmla="*/ 9710649 w 10295595"/>
              <a:gd name="connsiteY2" fmla="*/ 1060077 h 1066800"/>
              <a:gd name="connsiteX3" fmla="*/ 0 w 10295595"/>
              <a:gd name="connsiteY3" fmla="*/ 1066800 h 1066800"/>
              <a:gd name="connsiteX4" fmla="*/ 0 w 10295595"/>
              <a:gd name="connsiteY4" fmla="*/ 0 h 1066800"/>
              <a:gd name="connsiteX0" fmla="*/ 0 w 10295595"/>
              <a:gd name="connsiteY0" fmla="*/ 0 h 1066801"/>
              <a:gd name="connsiteX1" fmla="*/ 10295595 w 10295595"/>
              <a:gd name="connsiteY1" fmla="*/ 0 h 1066801"/>
              <a:gd name="connsiteX2" fmla="*/ 9710649 w 10295595"/>
              <a:gd name="connsiteY2" fmla="*/ 1066801 h 1066801"/>
              <a:gd name="connsiteX3" fmla="*/ 0 w 10295595"/>
              <a:gd name="connsiteY3" fmla="*/ 1066800 h 1066801"/>
              <a:gd name="connsiteX4" fmla="*/ 0 w 10295595"/>
              <a:gd name="connsiteY4" fmla="*/ 0 h 10668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95595" h="1066801">
                <a:moveTo>
                  <a:pt x="0" y="0"/>
                </a:moveTo>
                <a:lnTo>
                  <a:pt x="10295595" y="0"/>
                </a:lnTo>
                <a:lnTo>
                  <a:pt x="9710649" y="1066801"/>
                </a:lnTo>
                <a:lnTo>
                  <a:pt x="0" y="1066800"/>
                </a:lnTo>
                <a:lnTo>
                  <a:pt x="0" y="0"/>
                </a:lnTo>
                <a:close/>
              </a:path>
            </a:pathLst>
          </a:cu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marL="0" indent="270272" algn="l"/>
            <a:r>
              <a:rPr lang="nl-NL" sz="2400" b="1" noProof="0" dirty="0">
                <a:latin typeface="Century Gothic" panose="020B0502020202020204" pitchFamily="34" charset="0"/>
              </a:rPr>
              <a:t>Leeftijdsgenoten</a:t>
            </a:r>
            <a:endParaRPr lang="nl-NL" sz="1800" b="1" noProof="0" dirty="0">
              <a:latin typeface="Century Gothic" panose="020B0502020202020204" pitchFamily="34" charset="0"/>
            </a:endParaRPr>
          </a:p>
        </p:txBody>
      </p:sp>
      <p:sp>
        <p:nvSpPr>
          <p:cNvPr id="2" name="Grafiek 2">
            <a:extLst>
              <a:ext uri="{FF2B5EF4-FFF2-40B4-BE49-F238E27FC236}">
                <a16:creationId xmlns:a16="http://schemas.microsoft.com/office/drawing/2014/main" id="{FD346B7F-1470-FD49-0A16-6E569F38EF23}"/>
              </a:ext>
            </a:extLst>
          </p:cNvPr>
          <p:cNvSpPr>
            <a:spLocks noGrp="1"/>
          </p:cNvSpPr>
          <p:nvPr>
            <p:ph type="chart" sz="quarter" idx="14"/>
          </p:nvPr>
        </p:nvSpPr>
        <p:spPr>
          <a:xfrm>
            <a:off x="6096000" y="1860960"/>
            <a:ext cx="5400000" cy="4320000"/>
          </a:xfrm>
          <a:prstGeom prst="rect">
            <a:avLst/>
          </a:prstGeom>
        </p:spPr>
        <p:txBody>
          <a:bodyPr/>
          <a:lstStyle>
            <a:lvl1pPr marL="0" indent="0">
              <a:buNone/>
              <a:defRPr/>
            </a:lvl1pPr>
          </a:lstStyle>
          <a:p>
            <a:endParaRPr lang="nl-NL" dirty="0"/>
          </a:p>
        </p:txBody>
      </p:sp>
      <p:sp>
        <p:nvSpPr>
          <p:cNvPr id="5" name="Grafiek 1">
            <a:extLst>
              <a:ext uri="{FF2B5EF4-FFF2-40B4-BE49-F238E27FC236}">
                <a16:creationId xmlns:a16="http://schemas.microsoft.com/office/drawing/2014/main" id="{D82FA894-0495-A733-8A88-0158361B248A}"/>
              </a:ext>
            </a:extLst>
          </p:cNvPr>
          <p:cNvSpPr>
            <a:spLocks noGrp="1"/>
          </p:cNvSpPr>
          <p:nvPr>
            <p:ph type="chart" sz="quarter" idx="15"/>
          </p:nvPr>
        </p:nvSpPr>
        <p:spPr>
          <a:xfrm>
            <a:off x="1259794" y="1860960"/>
            <a:ext cx="3960000" cy="4320000"/>
          </a:xfrm>
          <a:prstGeom prst="rect">
            <a:avLst/>
          </a:prstGeom>
        </p:spPr>
        <p:txBody>
          <a:bodyPr/>
          <a:lstStyle>
            <a:lvl1pPr marL="0" indent="0">
              <a:buNone/>
              <a:defRPr/>
            </a:lvl1pPr>
          </a:lstStyle>
          <a:p>
            <a:endParaRPr lang="nl-NL" dirty="0"/>
          </a:p>
        </p:txBody>
      </p:sp>
    </p:spTree>
    <p:extLst>
      <p:ext uri="{BB962C8B-B14F-4D97-AF65-F5344CB8AC3E}">
        <p14:creationId xmlns:p14="http://schemas.microsoft.com/office/powerpoint/2010/main" val="20179855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Vrije tijd">
    <p:spTree>
      <p:nvGrpSpPr>
        <p:cNvPr id="1" name=""/>
        <p:cNvGrpSpPr/>
        <p:nvPr/>
      </p:nvGrpSpPr>
      <p:grpSpPr>
        <a:xfrm>
          <a:off x="0" y="0"/>
          <a:ext cx="0" cy="0"/>
          <a:chOff x="0" y="0"/>
          <a:chExt cx="0" cy="0"/>
        </a:xfrm>
      </p:grpSpPr>
      <p:sp>
        <p:nvSpPr>
          <p:cNvPr id="7" name="Titelblok">
            <a:extLst>
              <a:ext uri="{FF2B5EF4-FFF2-40B4-BE49-F238E27FC236}">
                <a16:creationId xmlns:a16="http://schemas.microsoft.com/office/drawing/2014/main" id="{A53C9265-3CEF-A2C1-7746-C8CDC77B0852}"/>
              </a:ext>
            </a:extLst>
          </p:cNvPr>
          <p:cNvSpPr/>
          <p:nvPr userDrawn="1"/>
        </p:nvSpPr>
        <p:spPr>
          <a:xfrm>
            <a:off x="0" y="0"/>
            <a:ext cx="10295595" cy="1066801"/>
          </a:xfrm>
          <a:custGeom>
            <a:avLst/>
            <a:gdLst>
              <a:gd name="connsiteX0" fmla="*/ 0 w 10295595"/>
              <a:gd name="connsiteY0" fmla="*/ 0 h 1066800"/>
              <a:gd name="connsiteX1" fmla="*/ 10295595 w 10295595"/>
              <a:gd name="connsiteY1" fmla="*/ 0 h 1066800"/>
              <a:gd name="connsiteX2" fmla="*/ 10295595 w 10295595"/>
              <a:gd name="connsiteY2" fmla="*/ 1066800 h 1066800"/>
              <a:gd name="connsiteX3" fmla="*/ 0 w 10295595"/>
              <a:gd name="connsiteY3" fmla="*/ 1066800 h 1066800"/>
              <a:gd name="connsiteX4" fmla="*/ 0 w 10295595"/>
              <a:gd name="connsiteY4" fmla="*/ 0 h 1066800"/>
              <a:gd name="connsiteX0" fmla="*/ 0 w 10295595"/>
              <a:gd name="connsiteY0" fmla="*/ 0 h 1066800"/>
              <a:gd name="connsiteX1" fmla="*/ 10295595 w 10295595"/>
              <a:gd name="connsiteY1" fmla="*/ 0 h 1066800"/>
              <a:gd name="connsiteX2" fmla="*/ 9737543 w 10295595"/>
              <a:gd name="connsiteY2" fmla="*/ 1066800 h 1066800"/>
              <a:gd name="connsiteX3" fmla="*/ 0 w 10295595"/>
              <a:gd name="connsiteY3" fmla="*/ 1066800 h 1066800"/>
              <a:gd name="connsiteX4" fmla="*/ 0 w 10295595"/>
              <a:gd name="connsiteY4" fmla="*/ 0 h 1066800"/>
              <a:gd name="connsiteX0" fmla="*/ 0 w 10295595"/>
              <a:gd name="connsiteY0" fmla="*/ 0 h 1066800"/>
              <a:gd name="connsiteX1" fmla="*/ 10295595 w 10295595"/>
              <a:gd name="connsiteY1" fmla="*/ 0 h 1066800"/>
              <a:gd name="connsiteX2" fmla="*/ 9710649 w 10295595"/>
              <a:gd name="connsiteY2" fmla="*/ 1060077 h 1066800"/>
              <a:gd name="connsiteX3" fmla="*/ 0 w 10295595"/>
              <a:gd name="connsiteY3" fmla="*/ 1066800 h 1066800"/>
              <a:gd name="connsiteX4" fmla="*/ 0 w 10295595"/>
              <a:gd name="connsiteY4" fmla="*/ 0 h 1066800"/>
              <a:gd name="connsiteX0" fmla="*/ 0 w 10295595"/>
              <a:gd name="connsiteY0" fmla="*/ 0 h 1066801"/>
              <a:gd name="connsiteX1" fmla="*/ 10295595 w 10295595"/>
              <a:gd name="connsiteY1" fmla="*/ 0 h 1066801"/>
              <a:gd name="connsiteX2" fmla="*/ 9710649 w 10295595"/>
              <a:gd name="connsiteY2" fmla="*/ 1066801 h 1066801"/>
              <a:gd name="connsiteX3" fmla="*/ 0 w 10295595"/>
              <a:gd name="connsiteY3" fmla="*/ 1066800 h 1066801"/>
              <a:gd name="connsiteX4" fmla="*/ 0 w 10295595"/>
              <a:gd name="connsiteY4" fmla="*/ 0 h 10668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95595" h="1066801">
                <a:moveTo>
                  <a:pt x="0" y="0"/>
                </a:moveTo>
                <a:lnTo>
                  <a:pt x="10295595" y="0"/>
                </a:lnTo>
                <a:lnTo>
                  <a:pt x="9710649" y="1066801"/>
                </a:lnTo>
                <a:lnTo>
                  <a:pt x="0" y="1066800"/>
                </a:lnTo>
                <a:lnTo>
                  <a:pt x="0" y="0"/>
                </a:lnTo>
                <a:close/>
              </a:path>
            </a:pathLst>
          </a:cu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marL="0" indent="270272" algn="l"/>
            <a:r>
              <a:rPr lang="nl-NL" sz="2400" b="1" noProof="0" dirty="0">
                <a:latin typeface="Century Gothic" panose="020B0502020202020204" pitchFamily="34" charset="0"/>
              </a:rPr>
              <a:t>Vrije tijd</a:t>
            </a:r>
            <a:endParaRPr lang="nl-NL" sz="1800" b="1" noProof="0" dirty="0">
              <a:latin typeface="Century Gothic" panose="020B0502020202020204" pitchFamily="34" charset="0"/>
            </a:endParaRPr>
          </a:p>
        </p:txBody>
      </p:sp>
      <p:cxnSp>
        <p:nvCxnSpPr>
          <p:cNvPr id="3" name="Rechte verbindingslijn 1">
            <a:extLst>
              <a:ext uri="{FF2B5EF4-FFF2-40B4-BE49-F238E27FC236}">
                <a16:creationId xmlns:a16="http://schemas.microsoft.com/office/drawing/2014/main" id="{DE5E72DB-A184-A269-3680-24A5B9302166}"/>
              </a:ext>
            </a:extLst>
          </p:cNvPr>
          <p:cNvCxnSpPr>
            <a:cxnSpLocks/>
          </p:cNvCxnSpPr>
          <p:nvPr userDrawn="1"/>
        </p:nvCxnSpPr>
        <p:spPr>
          <a:xfrm flipV="1">
            <a:off x="414017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4" name="Grafiek 4">
            <a:extLst>
              <a:ext uri="{FF2B5EF4-FFF2-40B4-BE49-F238E27FC236}">
                <a16:creationId xmlns:a16="http://schemas.microsoft.com/office/drawing/2014/main" id="{C1D5114C-ACD1-1EFD-CDAD-4C1AAA378482}"/>
              </a:ext>
            </a:extLst>
          </p:cNvPr>
          <p:cNvSpPr>
            <a:spLocks noGrp="1"/>
          </p:cNvSpPr>
          <p:nvPr>
            <p:ph type="chart" sz="quarter" idx="21"/>
          </p:nvPr>
        </p:nvSpPr>
        <p:spPr>
          <a:xfrm>
            <a:off x="4366163" y="4204800"/>
            <a:ext cx="5400000" cy="2160000"/>
          </a:xfrm>
          <a:prstGeom prst="rect">
            <a:avLst/>
          </a:prstGeom>
        </p:spPr>
        <p:txBody>
          <a:bodyPr/>
          <a:lstStyle>
            <a:lvl1pPr marL="0" indent="0">
              <a:buNone/>
              <a:defRPr sz="3200"/>
            </a:lvl1pPr>
          </a:lstStyle>
          <a:p>
            <a:endParaRPr lang="nl-NL" dirty="0"/>
          </a:p>
        </p:txBody>
      </p:sp>
      <p:sp>
        <p:nvSpPr>
          <p:cNvPr id="5" name="Grafiek 3">
            <a:extLst>
              <a:ext uri="{FF2B5EF4-FFF2-40B4-BE49-F238E27FC236}">
                <a16:creationId xmlns:a16="http://schemas.microsoft.com/office/drawing/2014/main" id="{35C1E2D5-FD9C-5E32-FC89-CBFB150E120E}"/>
              </a:ext>
            </a:extLst>
          </p:cNvPr>
          <p:cNvSpPr>
            <a:spLocks noGrp="1"/>
          </p:cNvSpPr>
          <p:nvPr>
            <p:ph type="chart" sz="quarter" idx="17"/>
          </p:nvPr>
        </p:nvSpPr>
        <p:spPr>
          <a:xfrm>
            <a:off x="4366161" y="1519199"/>
            <a:ext cx="5400000" cy="2160000"/>
          </a:xfrm>
          <a:prstGeom prst="rect">
            <a:avLst/>
          </a:prstGeom>
        </p:spPr>
        <p:txBody>
          <a:bodyPr/>
          <a:lstStyle>
            <a:lvl1pPr marL="0" indent="0">
              <a:buNone/>
              <a:defRPr sz="3200"/>
            </a:lvl1pPr>
          </a:lstStyle>
          <a:p>
            <a:endParaRPr lang="nl-NL"/>
          </a:p>
        </p:txBody>
      </p:sp>
      <p:sp>
        <p:nvSpPr>
          <p:cNvPr id="6" name="Grafiek 2">
            <a:extLst>
              <a:ext uri="{FF2B5EF4-FFF2-40B4-BE49-F238E27FC236}">
                <a16:creationId xmlns:a16="http://schemas.microsoft.com/office/drawing/2014/main" id="{04B68618-28FB-5AC0-A36A-A276A8B35AC3}"/>
              </a:ext>
            </a:extLst>
          </p:cNvPr>
          <p:cNvSpPr>
            <a:spLocks noGrp="1"/>
          </p:cNvSpPr>
          <p:nvPr>
            <p:ph type="chart" sz="quarter" idx="22"/>
          </p:nvPr>
        </p:nvSpPr>
        <p:spPr>
          <a:xfrm>
            <a:off x="454514" y="4204800"/>
            <a:ext cx="3456000" cy="2160000"/>
          </a:xfrm>
          <a:prstGeom prst="rect">
            <a:avLst/>
          </a:prstGeom>
        </p:spPr>
        <p:txBody>
          <a:bodyPr/>
          <a:lstStyle>
            <a:lvl1pPr marL="0" indent="0">
              <a:buNone/>
              <a:defRPr sz="3200"/>
            </a:lvl1pPr>
          </a:lstStyle>
          <a:p>
            <a:endParaRPr lang="nl-NL" dirty="0"/>
          </a:p>
        </p:txBody>
      </p:sp>
      <p:sp>
        <p:nvSpPr>
          <p:cNvPr id="8" name="Grafiek 1">
            <a:extLst>
              <a:ext uri="{FF2B5EF4-FFF2-40B4-BE49-F238E27FC236}">
                <a16:creationId xmlns:a16="http://schemas.microsoft.com/office/drawing/2014/main" id="{4E5435A2-0C09-F144-4C5D-D7FA41DD5021}"/>
              </a:ext>
            </a:extLst>
          </p:cNvPr>
          <p:cNvSpPr>
            <a:spLocks noGrp="1"/>
          </p:cNvSpPr>
          <p:nvPr>
            <p:ph type="chart" sz="quarter" idx="23"/>
          </p:nvPr>
        </p:nvSpPr>
        <p:spPr>
          <a:xfrm>
            <a:off x="454514" y="1519199"/>
            <a:ext cx="3456000" cy="2160000"/>
          </a:xfrm>
          <a:prstGeom prst="rect">
            <a:avLst/>
          </a:prstGeom>
        </p:spPr>
        <p:txBody>
          <a:bodyPr/>
          <a:lstStyle>
            <a:lvl1pPr marL="0" indent="0">
              <a:buNone/>
              <a:defRPr sz="3200"/>
            </a:lvl1pPr>
          </a:lstStyle>
          <a:p>
            <a:endParaRPr lang="nl-NL" dirty="0"/>
          </a:p>
        </p:txBody>
      </p:sp>
    </p:spTree>
    <p:extLst>
      <p:ext uri="{BB962C8B-B14F-4D97-AF65-F5344CB8AC3E}">
        <p14:creationId xmlns:p14="http://schemas.microsoft.com/office/powerpoint/2010/main" val="16340062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Vrije tijd 2">
    <p:spTree>
      <p:nvGrpSpPr>
        <p:cNvPr id="1" name=""/>
        <p:cNvGrpSpPr/>
        <p:nvPr/>
      </p:nvGrpSpPr>
      <p:grpSpPr>
        <a:xfrm>
          <a:off x="0" y="0"/>
          <a:ext cx="0" cy="0"/>
          <a:chOff x="0" y="0"/>
          <a:chExt cx="0" cy="0"/>
        </a:xfrm>
      </p:grpSpPr>
      <p:sp>
        <p:nvSpPr>
          <p:cNvPr id="7" name="Titelblok">
            <a:extLst>
              <a:ext uri="{FF2B5EF4-FFF2-40B4-BE49-F238E27FC236}">
                <a16:creationId xmlns:a16="http://schemas.microsoft.com/office/drawing/2014/main" id="{A53C9265-3CEF-A2C1-7746-C8CDC77B0852}"/>
              </a:ext>
            </a:extLst>
          </p:cNvPr>
          <p:cNvSpPr/>
          <p:nvPr userDrawn="1"/>
        </p:nvSpPr>
        <p:spPr>
          <a:xfrm>
            <a:off x="0" y="0"/>
            <a:ext cx="10295595" cy="1066801"/>
          </a:xfrm>
          <a:custGeom>
            <a:avLst/>
            <a:gdLst>
              <a:gd name="connsiteX0" fmla="*/ 0 w 10295595"/>
              <a:gd name="connsiteY0" fmla="*/ 0 h 1066800"/>
              <a:gd name="connsiteX1" fmla="*/ 10295595 w 10295595"/>
              <a:gd name="connsiteY1" fmla="*/ 0 h 1066800"/>
              <a:gd name="connsiteX2" fmla="*/ 10295595 w 10295595"/>
              <a:gd name="connsiteY2" fmla="*/ 1066800 h 1066800"/>
              <a:gd name="connsiteX3" fmla="*/ 0 w 10295595"/>
              <a:gd name="connsiteY3" fmla="*/ 1066800 h 1066800"/>
              <a:gd name="connsiteX4" fmla="*/ 0 w 10295595"/>
              <a:gd name="connsiteY4" fmla="*/ 0 h 1066800"/>
              <a:gd name="connsiteX0" fmla="*/ 0 w 10295595"/>
              <a:gd name="connsiteY0" fmla="*/ 0 h 1066800"/>
              <a:gd name="connsiteX1" fmla="*/ 10295595 w 10295595"/>
              <a:gd name="connsiteY1" fmla="*/ 0 h 1066800"/>
              <a:gd name="connsiteX2" fmla="*/ 9737543 w 10295595"/>
              <a:gd name="connsiteY2" fmla="*/ 1066800 h 1066800"/>
              <a:gd name="connsiteX3" fmla="*/ 0 w 10295595"/>
              <a:gd name="connsiteY3" fmla="*/ 1066800 h 1066800"/>
              <a:gd name="connsiteX4" fmla="*/ 0 w 10295595"/>
              <a:gd name="connsiteY4" fmla="*/ 0 h 1066800"/>
              <a:gd name="connsiteX0" fmla="*/ 0 w 10295595"/>
              <a:gd name="connsiteY0" fmla="*/ 0 h 1066800"/>
              <a:gd name="connsiteX1" fmla="*/ 10295595 w 10295595"/>
              <a:gd name="connsiteY1" fmla="*/ 0 h 1066800"/>
              <a:gd name="connsiteX2" fmla="*/ 9710649 w 10295595"/>
              <a:gd name="connsiteY2" fmla="*/ 1060077 h 1066800"/>
              <a:gd name="connsiteX3" fmla="*/ 0 w 10295595"/>
              <a:gd name="connsiteY3" fmla="*/ 1066800 h 1066800"/>
              <a:gd name="connsiteX4" fmla="*/ 0 w 10295595"/>
              <a:gd name="connsiteY4" fmla="*/ 0 h 1066800"/>
              <a:gd name="connsiteX0" fmla="*/ 0 w 10295595"/>
              <a:gd name="connsiteY0" fmla="*/ 0 h 1066801"/>
              <a:gd name="connsiteX1" fmla="*/ 10295595 w 10295595"/>
              <a:gd name="connsiteY1" fmla="*/ 0 h 1066801"/>
              <a:gd name="connsiteX2" fmla="*/ 9710649 w 10295595"/>
              <a:gd name="connsiteY2" fmla="*/ 1066801 h 1066801"/>
              <a:gd name="connsiteX3" fmla="*/ 0 w 10295595"/>
              <a:gd name="connsiteY3" fmla="*/ 1066800 h 1066801"/>
              <a:gd name="connsiteX4" fmla="*/ 0 w 10295595"/>
              <a:gd name="connsiteY4" fmla="*/ 0 h 10668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95595" h="1066801">
                <a:moveTo>
                  <a:pt x="0" y="0"/>
                </a:moveTo>
                <a:lnTo>
                  <a:pt x="10295595" y="0"/>
                </a:lnTo>
                <a:lnTo>
                  <a:pt x="9710649" y="1066801"/>
                </a:lnTo>
                <a:lnTo>
                  <a:pt x="0" y="1066800"/>
                </a:lnTo>
                <a:lnTo>
                  <a:pt x="0" y="0"/>
                </a:lnTo>
                <a:close/>
              </a:path>
            </a:pathLst>
          </a:cu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marL="0" indent="270272" algn="l"/>
            <a:r>
              <a:rPr lang="nl-NL" sz="2400" b="1" noProof="0" dirty="0">
                <a:latin typeface="Century Gothic" panose="020B0502020202020204" pitchFamily="34" charset="0"/>
              </a:rPr>
              <a:t>Vrije tijd</a:t>
            </a:r>
            <a:endParaRPr lang="nl-NL" sz="1800" b="1" noProof="0" dirty="0">
              <a:latin typeface="Century Gothic" panose="020B0502020202020204" pitchFamily="34" charset="0"/>
            </a:endParaRPr>
          </a:p>
        </p:txBody>
      </p:sp>
      <p:sp>
        <p:nvSpPr>
          <p:cNvPr id="2" name="Grafiek 2">
            <a:extLst>
              <a:ext uri="{FF2B5EF4-FFF2-40B4-BE49-F238E27FC236}">
                <a16:creationId xmlns:a16="http://schemas.microsoft.com/office/drawing/2014/main" id="{F94CB744-EBE0-46F5-AA5C-1D7E395C52ED}"/>
              </a:ext>
            </a:extLst>
          </p:cNvPr>
          <p:cNvSpPr>
            <a:spLocks noGrp="1"/>
          </p:cNvSpPr>
          <p:nvPr>
            <p:ph type="chart" sz="quarter" idx="14"/>
          </p:nvPr>
        </p:nvSpPr>
        <p:spPr>
          <a:xfrm>
            <a:off x="6096000" y="1860960"/>
            <a:ext cx="5400000" cy="4320000"/>
          </a:xfrm>
          <a:prstGeom prst="rect">
            <a:avLst/>
          </a:prstGeom>
        </p:spPr>
        <p:txBody>
          <a:bodyPr/>
          <a:lstStyle>
            <a:lvl1pPr marL="0" indent="0">
              <a:buNone/>
              <a:defRPr/>
            </a:lvl1pPr>
          </a:lstStyle>
          <a:p>
            <a:endParaRPr lang="nl-NL" dirty="0"/>
          </a:p>
        </p:txBody>
      </p:sp>
      <p:sp>
        <p:nvSpPr>
          <p:cNvPr id="5" name="Grafiek 1">
            <a:extLst>
              <a:ext uri="{FF2B5EF4-FFF2-40B4-BE49-F238E27FC236}">
                <a16:creationId xmlns:a16="http://schemas.microsoft.com/office/drawing/2014/main" id="{F7A597E2-FD7D-1171-F122-D7BDBA2F3D1C}"/>
              </a:ext>
            </a:extLst>
          </p:cNvPr>
          <p:cNvSpPr>
            <a:spLocks noGrp="1"/>
          </p:cNvSpPr>
          <p:nvPr>
            <p:ph type="chart" sz="quarter" idx="15"/>
          </p:nvPr>
        </p:nvSpPr>
        <p:spPr>
          <a:xfrm>
            <a:off x="1259794" y="1860960"/>
            <a:ext cx="3960000" cy="4320000"/>
          </a:xfrm>
          <a:prstGeom prst="rect">
            <a:avLst/>
          </a:prstGeom>
        </p:spPr>
        <p:txBody>
          <a:bodyPr/>
          <a:lstStyle>
            <a:lvl1pPr marL="0" indent="0">
              <a:buNone/>
              <a:defRPr/>
            </a:lvl1pPr>
          </a:lstStyle>
          <a:p>
            <a:endParaRPr lang="nl-NL" dirty="0"/>
          </a:p>
        </p:txBody>
      </p:sp>
    </p:spTree>
    <p:extLst>
      <p:ext uri="{BB962C8B-B14F-4D97-AF65-F5344CB8AC3E}">
        <p14:creationId xmlns:p14="http://schemas.microsoft.com/office/powerpoint/2010/main" val="42515206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GGD Logo" descr="Afbeelding met schermopname, Graphics, logo, grafische vormgeving">
            <a:extLst>
              <a:ext uri="{FF2B5EF4-FFF2-40B4-BE49-F238E27FC236}">
                <a16:creationId xmlns:a16="http://schemas.microsoft.com/office/drawing/2014/main" id="{A100E981-8880-FD10-F870-F8025F47FD37}"/>
              </a:ext>
            </a:extLst>
          </p:cNvPr>
          <p:cNvPicPr>
            <a:picLocks noChangeAspect="1"/>
          </p:cNvPicPr>
          <p:nvPr userDrawn="1"/>
        </p:nvPicPr>
        <p:blipFill>
          <a:blip r:embed="rId17">
            <a:extLst>
              <a:ext uri="{28A0092B-C50C-407E-A947-70E740481C1C}">
                <a14:useLocalDpi xmlns:a14="http://schemas.microsoft.com/office/drawing/2010/main" val="0"/>
              </a:ext>
            </a:extLst>
          </a:blip>
          <a:srcRect l="4812" t="4590" r="75574" b="76740"/>
          <a:stretch>
            <a:fillRect/>
          </a:stretch>
        </p:blipFill>
        <p:spPr>
          <a:xfrm>
            <a:off x="10656839" y="199481"/>
            <a:ext cx="1247339" cy="667838"/>
          </a:xfrm>
          <a:prstGeom prst="rect">
            <a:avLst/>
          </a:prstGeom>
        </p:spPr>
      </p:pic>
    </p:spTree>
    <p:extLst>
      <p:ext uri="{BB962C8B-B14F-4D97-AF65-F5344CB8AC3E}">
        <p14:creationId xmlns:p14="http://schemas.microsoft.com/office/powerpoint/2010/main" val="582609979"/>
      </p:ext>
    </p:extLst>
  </p:cSld>
  <p:clrMap bg1="lt1" tx1="dk1" bg2="lt2" tx2="dk2" accent1="accent1" accent2="accent2" accent3="accent3" accent4="accent4" accent5="accent5" accent6="accent6" hlink="hlink" folHlink="folHlink"/>
  <p:sldLayoutIdLst>
    <p:sldLayoutId id="2147483714" r:id="rId1"/>
    <p:sldLayoutId id="2147483653" r:id="rId2"/>
    <p:sldLayoutId id="2147483712" r:id="rId3"/>
    <p:sldLayoutId id="2147483720" r:id="rId4"/>
    <p:sldLayoutId id="2147483715" r:id="rId5"/>
    <p:sldLayoutId id="2147483722" r:id="rId6"/>
    <p:sldLayoutId id="2147483726" r:id="rId7"/>
    <p:sldLayoutId id="2147483716" r:id="rId8"/>
    <p:sldLayoutId id="2147483721" r:id="rId9"/>
    <p:sldLayoutId id="2147483717" r:id="rId10"/>
    <p:sldLayoutId id="2147483723" r:id="rId11"/>
    <p:sldLayoutId id="2147483718" r:id="rId12"/>
    <p:sldLayoutId id="2147483724" r:id="rId13"/>
    <p:sldLayoutId id="2147483719" r:id="rId14"/>
    <p:sldLayoutId id="2147483725" r:id="rId15"/>
  </p:sldLayoutIdLst>
  <p:txStyles>
    <p:titleStyle>
      <a:lvl1pPr algn="ctr" defTabSz="1004316" rtl="0" eaLnBrk="1" latinLnBrk="0" hangingPunct="1">
        <a:spcBef>
          <a:spcPct val="0"/>
        </a:spcBef>
        <a:buNone/>
        <a:defRPr sz="4832" kern="1200">
          <a:solidFill>
            <a:schemeClr val="tx1"/>
          </a:solidFill>
          <a:latin typeface="Serifa Std 55 Roman" pitchFamily="18" charset="0"/>
          <a:ea typeface="+mj-ea"/>
          <a:cs typeface="+mj-cs"/>
        </a:defRPr>
      </a:lvl1pPr>
    </p:titleStyle>
    <p:bodyStyle>
      <a:lvl1pPr marL="376619" indent="-376619" algn="l" defTabSz="1004316" rtl="0" eaLnBrk="1" latinLnBrk="0" hangingPunct="1">
        <a:spcBef>
          <a:spcPct val="20000"/>
        </a:spcBef>
        <a:buFont typeface="Arial" panose="020B0604020202020204" pitchFamily="34" charset="0"/>
        <a:buChar char="•"/>
        <a:defRPr sz="3515" kern="1200">
          <a:solidFill>
            <a:schemeClr val="tx1"/>
          </a:solidFill>
          <a:latin typeface="Serifa Std 45 Light" pitchFamily="18" charset="0"/>
          <a:ea typeface="+mn-ea"/>
          <a:cs typeface="+mn-cs"/>
        </a:defRPr>
      </a:lvl1pPr>
      <a:lvl2pPr marL="816008" indent="-313850" algn="l" defTabSz="1004316" rtl="0" eaLnBrk="1" latinLnBrk="0" hangingPunct="1">
        <a:spcBef>
          <a:spcPct val="20000"/>
        </a:spcBef>
        <a:buFont typeface="Arial" panose="020B0604020202020204" pitchFamily="34" charset="0"/>
        <a:buChar char="–"/>
        <a:defRPr sz="3075" kern="1200">
          <a:solidFill>
            <a:schemeClr val="tx1"/>
          </a:solidFill>
          <a:latin typeface="Serifa Std 45 Light" pitchFamily="18" charset="0"/>
          <a:ea typeface="+mn-ea"/>
          <a:cs typeface="+mn-cs"/>
        </a:defRPr>
      </a:lvl2pPr>
      <a:lvl3pPr marL="1255395" indent="-251078" algn="l" defTabSz="1004316" rtl="0" eaLnBrk="1" latinLnBrk="0" hangingPunct="1">
        <a:spcBef>
          <a:spcPct val="20000"/>
        </a:spcBef>
        <a:buFont typeface="Arial" panose="020B0604020202020204" pitchFamily="34" charset="0"/>
        <a:buChar char="•"/>
        <a:defRPr sz="2636" kern="1200">
          <a:solidFill>
            <a:schemeClr val="tx1"/>
          </a:solidFill>
          <a:latin typeface="Serifa Std 45 Light" pitchFamily="18" charset="0"/>
          <a:ea typeface="+mn-ea"/>
          <a:cs typeface="+mn-cs"/>
        </a:defRPr>
      </a:lvl3pPr>
      <a:lvl4pPr marL="1757554" indent="-251078" algn="l" defTabSz="1004316" rtl="0" eaLnBrk="1" latinLnBrk="0" hangingPunct="1">
        <a:spcBef>
          <a:spcPct val="20000"/>
        </a:spcBef>
        <a:buFont typeface="Arial" panose="020B0604020202020204" pitchFamily="34" charset="0"/>
        <a:buChar char="–"/>
        <a:defRPr sz="2197" kern="1200">
          <a:solidFill>
            <a:schemeClr val="tx1"/>
          </a:solidFill>
          <a:latin typeface="Serifa Std 45 Light" pitchFamily="18" charset="0"/>
          <a:ea typeface="+mn-ea"/>
          <a:cs typeface="+mn-cs"/>
        </a:defRPr>
      </a:lvl4pPr>
      <a:lvl5pPr marL="2259711" indent="-251078" algn="l" defTabSz="1004316" rtl="0" eaLnBrk="1" latinLnBrk="0" hangingPunct="1">
        <a:spcBef>
          <a:spcPct val="20000"/>
        </a:spcBef>
        <a:buFont typeface="Arial" panose="020B0604020202020204" pitchFamily="34" charset="0"/>
        <a:buChar char="»"/>
        <a:defRPr sz="2197" kern="1200">
          <a:solidFill>
            <a:schemeClr val="tx1"/>
          </a:solidFill>
          <a:latin typeface="Serifa Std 45 Light" pitchFamily="18" charset="0"/>
          <a:ea typeface="+mn-ea"/>
          <a:cs typeface="+mn-cs"/>
        </a:defRPr>
      </a:lvl5pPr>
      <a:lvl6pPr marL="2761870" indent="-251078" algn="l" defTabSz="1004316" rtl="0" eaLnBrk="1" latinLnBrk="0" hangingPunct="1">
        <a:spcBef>
          <a:spcPct val="20000"/>
        </a:spcBef>
        <a:buFont typeface="Arial" panose="020B0604020202020204" pitchFamily="34" charset="0"/>
        <a:buChar char="•"/>
        <a:defRPr sz="2197" kern="1200">
          <a:solidFill>
            <a:schemeClr val="tx1"/>
          </a:solidFill>
          <a:latin typeface="+mn-lt"/>
          <a:ea typeface="+mn-ea"/>
          <a:cs typeface="+mn-cs"/>
        </a:defRPr>
      </a:lvl6pPr>
      <a:lvl7pPr marL="3264028" indent="-251078" algn="l" defTabSz="1004316" rtl="0" eaLnBrk="1" latinLnBrk="0" hangingPunct="1">
        <a:spcBef>
          <a:spcPct val="20000"/>
        </a:spcBef>
        <a:buFont typeface="Arial" panose="020B0604020202020204" pitchFamily="34" charset="0"/>
        <a:buChar char="•"/>
        <a:defRPr sz="2197" kern="1200">
          <a:solidFill>
            <a:schemeClr val="tx1"/>
          </a:solidFill>
          <a:latin typeface="+mn-lt"/>
          <a:ea typeface="+mn-ea"/>
          <a:cs typeface="+mn-cs"/>
        </a:defRPr>
      </a:lvl7pPr>
      <a:lvl8pPr marL="3766185" indent="-251078" algn="l" defTabSz="1004316" rtl="0" eaLnBrk="1" latinLnBrk="0" hangingPunct="1">
        <a:spcBef>
          <a:spcPct val="20000"/>
        </a:spcBef>
        <a:buFont typeface="Arial" panose="020B0604020202020204" pitchFamily="34" charset="0"/>
        <a:buChar char="•"/>
        <a:defRPr sz="2197" kern="1200">
          <a:solidFill>
            <a:schemeClr val="tx1"/>
          </a:solidFill>
          <a:latin typeface="+mn-lt"/>
          <a:ea typeface="+mn-ea"/>
          <a:cs typeface="+mn-cs"/>
        </a:defRPr>
      </a:lvl8pPr>
      <a:lvl9pPr marL="4268345" indent="-251078" algn="l" defTabSz="1004316" rtl="0" eaLnBrk="1" latinLnBrk="0" hangingPunct="1">
        <a:spcBef>
          <a:spcPct val="20000"/>
        </a:spcBef>
        <a:buFont typeface="Arial" panose="020B0604020202020204" pitchFamily="34" charset="0"/>
        <a:buChar char="•"/>
        <a:defRPr sz="2197" kern="1200">
          <a:solidFill>
            <a:schemeClr val="tx1"/>
          </a:solidFill>
          <a:latin typeface="+mn-lt"/>
          <a:ea typeface="+mn-ea"/>
          <a:cs typeface="+mn-cs"/>
        </a:defRPr>
      </a:lvl9pPr>
    </p:bodyStyle>
    <p:otherStyle>
      <a:defPPr>
        <a:defRPr lang="nl-NL"/>
      </a:defPPr>
      <a:lvl1pPr marL="0" algn="l" defTabSz="1004316" rtl="0" eaLnBrk="1" latinLnBrk="0" hangingPunct="1">
        <a:defRPr sz="1977" kern="1200">
          <a:solidFill>
            <a:schemeClr val="tx1"/>
          </a:solidFill>
          <a:latin typeface="+mn-lt"/>
          <a:ea typeface="+mn-ea"/>
          <a:cs typeface="+mn-cs"/>
        </a:defRPr>
      </a:lvl1pPr>
      <a:lvl2pPr marL="502159" algn="l" defTabSz="1004316" rtl="0" eaLnBrk="1" latinLnBrk="0" hangingPunct="1">
        <a:defRPr sz="1977" kern="1200">
          <a:solidFill>
            <a:schemeClr val="tx1"/>
          </a:solidFill>
          <a:latin typeface="+mn-lt"/>
          <a:ea typeface="+mn-ea"/>
          <a:cs typeface="+mn-cs"/>
        </a:defRPr>
      </a:lvl2pPr>
      <a:lvl3pPr marL="1004316" algn="l" defTabSz="1004316" rtl="0" eaLnBrk="1" latinLnBrk="0" hangingPunct="1">
        <a:defRPr sz="1977" kern="1200">
          <a:solidFill>
            <a:schemeClr val="tx1"/>
          </a:solidFill>
          <a:latin typeface="+mn-lt"/>
          <a:ea typeface="+mn-ea"/>
          <a:cs typeface="+mn-cs"/>
        </a:defRPr>
      </a:lvl3pPr>
      <a:lvl4pPr marL="1506476" algn="l" defTabSz="1004316" rtl="0" eaLnBrk="1" latinLnBrk="0" hangingPunct="1">
        <a:defRPr sz="1977" kern="1200">
          <a:solidFill>
            <a:schemeClr val="tx1"/>
          </a:solidFill>
          <a:latin typeface="+mn-lt"/>
          <a:ea typeface="+mn-ea"/>
          <a:cs typeface="+mn-cs"/>
        </a:defRPr>
      </a:lvl4pPr>
      <a:lvl5pPr marL="2008632" algn="l" defTabSz="1004316" rtl="0" eaLnBrk="1" latinLnBrk="0" hangingPunct="1">
        <a:defRPr sz="1977" kern="1200">
          <a:solidFill>
            <a:schemeClr val="tx1"/>
          </a:solidFill>
          <a:latin typeface="+mn-lt"/>
          <a:ea typeface="+mn-ea"/>
          <a:cs typeface="+mn-cs"/>
        </a:defRPr>
      </a:lvl5pPr>
      <a:lvl6pPr marL="2510791" algn="l" defTabSz="1004316" rtl="0" eaLnBrk="1" latinLnBrk="0" hangingPunct="1">
        <a:defRPr sz="1977" kern="1200">
          <a:solidFill>
            <a:schemeClr val="tx1"/>
          </a:solidFill>
          <a:latin typeface="+mn-lt"/>
          <a:ea typeface="+mn-ea"/>
          <a:cs typeface="+mn-cs"/>
        </a:defRPr>
      </a:lvl6pPr>
      <a:lvl7pPr marL="3012949" algn="l" defTabSz="1004316" rtl="0" eaLnBrk="1" latinLnBrk="0" hangingPunct="1">
        <a:defRPr sz="1977" kern="1200">
          <a:solidFill>
            <a:schemeClr val="tx1"/>
          </a:solidFill>
          <a:latin typeface="+mn-lt"/>
          <a:ea typeface="+mn-ea"/>
          <a:cs typeface="+mn-cs"/>
        </a:defRPr>
      </a:lvl7pPr>
      <a:lvl8pPr marL="3515106" algn="l" defTabSz="1004316" rtl="0" eaLnBrk="1" latinLnBrk="0" hangingPunct="1">
        <a:defRPr sz="1977" kern="1200">
          <a:solidFill>
            <a:schemeClr val="tx1"/>
          </a:solidFill>
          <a:latin typeface="+mn-lt"/>
          <a:ea typeface="+mn-ea"/>
          <a:cs typeface="+mn-cs"/>
        </a:defRPr>
      </a:lvl8pPr>
      <a:lvl9pPr marL="4017265" algn="l" defTabSz="1004316" rtl="0" eaLnBrk="1" latinLnBrk="0" hangingPunct="1">
        <a:defRPr sz="1977"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theme/theme1.xml><?xml version="1.0" encoding="utf-8"?>
<a:theme xmlns:a="http://schemas.openxmlformats.org/drawingml/2006/main" name="Rapportage">
  <a:themeElements>
    <a:clrScheme name="OKO">
      <a:dk1>
        <a:sysClr val="windowText" lastClr="000000"/>
      </a:dk1>
      <a:lt1>
        <a:srgbClr val="FFFFFF"/>
      </a:lt1>
      <a:dk2>
        <a:srgbClr val="737375"/>
      </a:dk2>
      <a:lt2>
        <a:srgbClr val="DAD3D1"/>
      </a:lt2>
      <a:accent1>
        <a:srgbClr val="E3032C"/>
      </a:accent1>
      <a:accent2>
        <a:srgbClr val="36B03F"/>
      </a:accent2>
      <a:accent3>
        <a:srgbClr val="4450C6"/>
      </a:accent3>
      <a:accent4>
        <a:srgbClr val="FABD15"/>
      </a:accent4>
      <a:accent5>
        <a:srgbClr val="6EA6FF"/>
      </a:accent5>
      <a:accent6>
        <a:srgbClr val="FF6200"/>
      </a:accent6>
      <a:hlink>
        <a:srgbClr val="0092AE"/>
      </a:hlink>
      <a:folHlink>
        <a:srgbClr val="EAF4F8"/>
      </a:folHlink>
    </a:clrScheme>
    <a:fontScheme name="OKO">
      <a:majorFont>
        <a:latin typeface="Century Gothic"/>
        <a:ea typeface=""/>
        <a:cs typeface=""/>
      </a:majorFont>
      <a:minorFont>
        <a:latin typeface="Century Gothic"/>
        <a:ea typeface=""/>
        <a:cs typeface=""/>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1400" b="1" dirty="0">
            <a:latin typeface="Arial" panose="020B0604020202020204" pitchFamily="34" charset="0"/>
            <a:cs typeface="Arial" panose="020B0604020202020204" pitchFamily="34" charset="0"/>
          </a:defRPr>
        </a:defPPr>
      </a:lstStyle>
    </a:txDef>
  </a:objectDefaults>
  <a:extraClrScheme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4EA295FB1FB9547A73C9F5819D6E613" ma:contentTypeVersion="22" ma:contentTypeDescription="Een nieuw document maken." ma:contentTypeScope="" ma:versionID="586e6f9b10cb27d3f03483507ae7cb9d">
  <xsd:schema xmlns:xsd="http://www.w3.org/2001/XMLSchema" xmlns:xs="http://www.w3.org/2001/XMLSchema" xmlns:p="http://schemas.microsoft.com/office/2006/metadata/properties" xmlns:ns1="http://schemas.microsoft.com/sharepoint/v3" xmlns:ns2="4e95bed8-6d15-4403-ad70-a53422338dca" xmlns:ns3="10d3344f-2d16-43d9-a145-97142f5cb288" xmlns:ns4="d045ab76-3bb7-45f5-ab41-d7b04aa0dc94" targetNamespace="http://schemas.microsoft.com/office/2006/metadata/properties" ma:root="true" ma:fieldsID="f29125cba2118f3064d103e6e0ba85ce" ns1:_="" ns2:_="" ns3:_="" ns4:_="">
    <xsd:import namespace="http://schemas.microsoft.com/sharepoint/v3"/>
    <xsd:import namespace="4e95bed8-6d15-4403-ad70-a53422338dca"/>
    <xsd:import namespace="10d3344f-2d16-43d9-a145-97142f5cb288"/>
    <xsd:import namespace="d045ab76-3bb7-45f5-ab41-d7b04aa0dc94"/>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LengthInSeconds" minOccurs="0"/>
                <xsd:element ref="ns2:MediaServiceAutoKeyPoints" minOccurs="0"/>
                <xsd:element ref="ns2:MediaServiceKeyPoints" minOccurs="0"/>
                <xsd:element ref="ns2:MediaServiceDateTaken" minOccurs="0"/>
                <xsd:element ref="ns3:SharedWithUsers" minOccurs="0"/>
                <xsd:element ref="ns3:SharedWithDetails" minOccurs="0"/>
                <xsd:element ref="ns2:MediaServiceOCR" minOccurs="0"/>
                <xsd:element ref="ns2:lcf76f155ced4ddcb4097134ff3c332f" minOccurs="0"/>
                <xsd:element ref="ns4:TaxCatchAll" minOccurs="0"/>
                <xsd:element ref="ns2:MediaServiceLocation" minOccurs="0"/>
                <xsd:element ref="ns1:_ip_UnifiedCompliancePolicyProperties" minOccurs="0"/>
                <xsd:element ref="ns1:_ip_UnifiedCompliancePolicyUIAction" minOccurs="0"/>
                <xsd:element ref="ns2:MediaServiceObjectDetectorVersions" minOccurs="0"/>
                <xsd:element ref="ns2:MediaServiceSearchProperties" minOccurs="0"/>
                <xsd:element ref="ns4:TaxKeyword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Eigenschappen van het geïntegreerd beleid voor naleving" ma:hidden="true" ma:internalName="_ip_UnifiedCompliancePolicyProperties">
      <xsd:simpleType>
        <xsd:restriction base="dms:Note"/>
      </xsd:simpleType>
    </xsd:element>
    <xsd:element name="_ip_UnifiedCompliancePolicyUIAction" ma:index="25" nillable="true" ma:displayName="Actie van de gebruikersinterface van het geïntegreerd beleid voor naleving"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e95bed8-6d15-4403-ad70-a53422338dc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lcf76f155ced4ddcb4097134ff3c332f" ma:index="21" nillable="true" ma:taxonomy="true" ma:internalName="lcf76f155ced4ddcb4097134ff3c332f" ma:taxonomyFieldName="MediaServiceImageTags" ma:displayName="Afbeeldingtags" ma:readOnly="false" ma:fieldId="{5cf76f15-5ced-4ddc-b409-7134ff3c332f}" ma:taxonomyMulti="true" ma:sspId="6a01bbcf-c6fe-4904-b3d7-d8e248b039cf"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0d3344f-2d16-43d9-a145-97142f5cb288" elementFormDefault="qualified">
    <xsd:import namespace="http://schemas.microsoft.com/office/2006/documentManagement/types"/>
    <xsd:import namespace="http://schemas.microsoft.com/office/infopath/2007/PartnerControls"/>
    <xsd:element name="SharedWithUsers" ma:index="17"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Gedeeld met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d045ab76-3bb7-45f5-ab41-d7b04aa0dc94" elementFormDefault="qualified">
    <xsd:import namespace="http://schemas.microsoft.com/office/2006/documentManagement/types"/>
    <xsd:import namespace="http://schemas.microsoft.com/office/infopath/2007/PartnerControls"/>
    <xsd:element name="TaxCatchAll" ma:index="22" nillable="true" ma:displayName="Taxonomy Catch All Column" ma:hidden="true" ma:list="{fa7ae801-cb9e-41d3-a15b-605146dc1d91}" ma:internalName="TaxCatchAll" ma:showField="CatchAllData" ma:web="10d3344f-2d16-43d9-a145-97142f5cb288">
      <xsd:complexType>
        <xsd:complexContent>
          <xsd:extension base="dms:MultiChoiceLookup">
            <xsd:sequence>
              <xsd:element name="Value" type="dms:Lookup" maxOccurs="unbounded" minOccurs="0" nillable="true"/>
            </xsd:sequence>
          </xsd:extension>
        </xsd:complexContent>
      </xsd:complexType>
    </xsd:element>
    <xsd:element name="TaxKeywordTaxHTField" ma:index="29" nillable="true" ma:taxonomy="true" ma:internalName="TaxKeywordTaxHTField" ma:taxonomyFieldName="TaxKeyword" ma:displayName="Ondernemingstrefwoorden" ma:fieldId="{23f27201-bee3-471e-b2e7-b64fd8b7ca38}" ma:taxonomyMulti="true" ma:sspId="6a01bbcf-c6fe-4904-b3d7-d8e248b039cf" ma:termSetId="00000000-0000-0000-0000-000000000000" ma:anchorId="00000000-0000-0000-0000-000000000000" ma:open="true" ma:isKeyword="tru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lcf76f155ced4ddcb4097134ff3c332f xmlns="4e95bed8-6d15-4403-ad70-a53422338dca">
      <Terms xmlns="http://schemas.microsoft.com/office/infopath/2007/PartnerControls"/>
    </lcf76f155ced4ddcb4097134ff3c332f>
    <_ip_UnifiedCompliancePolicyProperties xmlns="http://schemas.microsoft.com/sharepoint/v3" xsi:nil="true"/>
    <TaxCatchAll xmlns="d045ab76-3bb7-45f5-ab41-d7b04aa0dc94" xsi:nil="true"/>
    <TaxKeywordTaxHTField xmlns="d045ab76-3bb7-45f5-ab41-d7b04aa0dc94">
      <Terms xmlns="http://schemas.microsoft.com/office/infopath/2007/PartnerControls"/>
    </TaxKeywordTaxHTField>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BBE5193-1145-40F4-8BD8-A14B99FDAA13}"/>
</file>

<file path=customXml/itemProps2.xml><?xml version="1.0" encoding="utf-8"?>
<ds:datastoreItem xmlns:ds="http://schemas.openxmlformats.org/officeDocument/2006/customXml" ds:itemID="{428373FD-713A-4C43-B3FE-80F0E3D63506}">
  <ds:schemaRefs>
    <ds:schemaRef ds:uri="http://schemas.microsoft.com/office/2006/documentManagement/types"/>
    <ds:schemaRef ds:uri="http://purl.org/dc/terms/"/>
    <ds:schemaRef ds:uri="http://www.w3.org/XML/1998/namespace"/>
    <ds:schemaRef ds:uri="http://schemas.microsoft.com/office/2006/metadata/properties"/>
    <ds:schemaRef ds:uri="http://schemas.openxmlformats.org/package/2006/metadata/core-properties"/>
    <ds:schemaRef ds:uri="http://schemas.microsoft.com/office/infopath/2007/PartnerControls"/>
    <ds:schemaRef ds:uri="c1085ce0-992b-4e2c-bc8b-9e7e29361dd3"/>
    <ds:schemaRef ds:uri="http://purl.org/dc/dcmitype/"/>
    <ds:schemaRef ds:uri="http://purl.org/dc/elements/1.1/"/>
    <ds:schemaRef ds:uri="http://schemas.microsoft.com/sharepoint/v3"/>
    <ds:schemaRef ds:uri="4e95bed8-6d15-4403-ad70-a53422338dca"/>
    <ds:schemaRef ds:uri="d045ab76-3bb7-45f5-ab41-d7b04aa0dc94"/>
  </ds:schemaRefs>
</ds:datastoreItem>
</file>

<file path=customXml/itemProps3.xml><?xml version="1.0" encoding="utf-8"?>
<ds:datastoreItem xmlns:ds="http://schemas.openxmlformats.org/officeDocument/2006/customXml" ds:itemID="{D4797234-1F06-4080-A1F9-30DCE4CF2F0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5594</TotalTime>
  <Words>0</Words>
  <Application>Microsoft Office PowerPoint</Application>
  <PresentationFormat>Breedbeeld</PresentationFormat>
  <Paragraphs>0</Paragraphs>
  <Slides>0</Slides>
  <Notes>0</Notes>
  <HiddenSlides>0</HiddenSlides>
  <MMClips>0</MMClips>
  <ScaleCrop>false</ScaleCrop>
  <HeadingPairs>
    <vt:vector size="6" baseType="variant">
      <vt:variant>
        <vt:lpstr>Gebruikte lettertypen</vt:lpstr>
      </vt:variant>
      <vt:variant>
        <vt:i4>5</vt:i4>
      </vt:variant>
      <vt:variant>
        <vt:lpstr>Thema</vt:lpstr>
      </vt:variant>
      <vt:variant>
        <vt:i4>1</vt:i4>
      </vt:variant>
      <vt:variant>
        <vt:lpstr>Diatitels</vt:lpstr>
      </vt:variant>
      <vt:variant>
        <vt:i4>0</vt:i4>
      </vt:variant>
    </vt:vector>
  </HeadingPairs>
  <TitlesOfParts>
    <vt:vector size="6" baseType="lpstr">
      <vt:lpstr>Arial</vt:lpstr>
      <vt:lpstr>Calibri</vt:lpstr>
      <vt:lpstr>Century Gothic</vt:lpstr>
      <vt:lpstr>Serifa Std 45 Light</vt:lpstr>
      <vt:lpstr>Serifa Std 55 Roman</vt:lpstr>
      <vt:lpstr>Rapportage</vt:lpstr>
    </vt:vector>
  </TitlesOfParts>
  <Company>RDP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creator>Maessen, Carla</dc:creator>
  <cp:lastModifiedBy>Vermeulen - van Gent, Sander</cp:lastModifiedBy>
  <cp:revision>6</cp:revision>
  <dcterms:created xsi:type="dcterms:W3CDTF">2021-07-15T09:01:16Z</dcterms:created>
  <dcterms:modified xsi:type="dcterms:W3CDTF">2026-01-15T14:41:12Z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rder">
    <vt:r8>6882400</vt:r8>
  </property>
  <property fmtid="{D5CDD505-2E9C-101B-9397-08002B2CF9AE}" pid="3" name="MSIP_Label_ce8bfa01-cc62-4e0e-8713-2f7da2586bef_Enabled">
    <vt:lpwstr>true</vt:lpwstr>
  </property>
  <property fmtid="{D5CDD505-2E9C-101B-9397-08002B2CF9AE}" pid="4" name="MSIP_Label_ce8bfa01-cc62-4e0e-8713-2f7da2586bef_SetDate">
    <vt:lpwstr>2022-02-23T08:06:28Z</vt:lpwstr>
  </property>
  <property fmtid="{D5CDD505-2E9C-101B-9397-08002B2CF9AE}" pid="5" name="MSIP_Label_ce8bfa01-cc62-4e0e-8713-2f7da2586bef_Method">
    <vt:lpwstr>Privileged</vt:lpwstr>
  </property>
  <property fmtid="{D5CDD505-2E9C-101B-9397-08002B2CF9AE}" pid="6" name="MSIP_Label_ce8bfa01-cc62-4e0e-8713-2f7da2586bef_Name">
    <vt:lpwstr>Bedrijfsvertrouwelijk (BBN1)</vt:lpwstr>
  </property>
  <property fmtid="{D5CDD505-2E9C-101B-9397-08002B2CF9AE}" pid="7" name="MSIP_Label_ce8bfa01-cc62-4e0e-8713-2f7da2586bef_SiteId">
    <vt:lpwstr>e90fbc72-bc3b-4475-8f41-70d1d17ccf33</vt:lpwstr>
  </property>
  <property fmtid="{D5CDD505-2E9C-101B-9397-08002B2CF9AE}" pid="8" name="MSIP_Label_ce8bfa01-cc62-4e0e-8713-2f7da2586bef_ActionId">
    <vt:lpwstr>9446abc7-3ad8-491d-928a-af1e5bfbd14d</vt:lpwstr>
  </property>
  <property fmtid="{D5CDD505-2E9C-101B-9397-08002B2CF9AE}" pid="9" name="MSIP_Label_ce8bfa01-cc62-4e0e-8713-2f7da2586bef_ContentBits">
    <vt:lpwstr>2</vt:lpwstr>
  </property>
  <property fmtid="{D5CDD505-2E9C-101B-9397-08002B2CF9AE}" pid="10" name="ClassificationContentMarkingFooterLocations">
    <vt:lpwstr>Gemeenterapportage:5</vt:lpwstr>
  </property>
  <property fmtid="{D5CDD505-2E9C-101B-9397-08002B2CF9AE}" pid="11" name="ClassificationContentMarkingFooterText">
    <vt:lpwstr>Bedrijfsvertrouwelijk (BBN1)</vt:lpwstr>
  </property>
  <property fmtid="{D5CDD505-2E9C-101B-9397-08002B2CF9AE}" pid="12" name="MediaServiceImageTags">
    <vt:lpwstr/>
  </property>
  <property fmtid="{D5CDD505-2E9C-101B-9397-08002B2CF9AE}" pid="13" name="ContentTypeId">
    <vt:lpwstr>0x010100C4EA295FB1FB9547A73C9F5819D6E613</vt:lpwstr>
  </property>
  <property fmtid="{D5CDD505-2E9C-101B-9397-08002B2CF9AE}" pid="14" name="TaxKeyword">
    <vt:lpwstr/>
  </property>
</Properties>
</file>